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61" r:id="rId5"/>
    <p:sldId id="258" r:id="rId6"/>
    <p:sldId id="263" r:id="rId7"/>
    <p:sldId id="264" r:id="rId8"/>
    <p:sldId id="265" r:id="rId9"/>
    <p:sldId id="268" r:id="rId10"/>
    <p:sldId id="267" r:id="rId11"/>
    <p:sldId id="259" r:id="rId12"/>
    <p:sldId id="270" r:id="rId13"/>
    <p:sldId id="271" r:id="rId14"/>
    <p:sldId id="272"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667" autoAdjust="0"/>
    <p:restoredTop sz="94660"/>
  </p:normalViewPr>
  <p:slideViewPr>
    <p:cSldViewPr snapToGrid="0">
      <p:cViewPr varScale="1">
        <p:scale>
          <a:sx n="78" d="100"/>
          <a:sy n="78" d="100"/>
        </p:scale>
        <p:origin x="80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ata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_rels/data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3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287272-E05B-4F36-9413-A29771E13BA9}" type="doc">
      <dgm:prSet loTypeId="urn:microsoft.com/office/officeart/2018/2/layout/IconLabelList" loCatId="icon" qsTypeId="urn:microsoft.com/office/officeart/2005/8/quickstyle/simple1" qsCatId="simple" csTypeId="urn:microsoft.com/office/officeart/2005/8/colors/accent1_3" csCatId="accent1" phldr="1"/>
      <dgm:spPr/>
      <dgm:t>
        <a:bodyPr/>
        <a:lstStyle/>
        <a:p>
          <a:endParaRPr lang="en-US"/>
        </a:p>
      </dgm:t>
    </dgm:pt>
    <dgm:pt modelId="{809363E9-5715-42EA-A6FC-F58CC694A6F8}">
      <dgm:prSet custT="1"/>
      <dgm:spPr/>
      <dgm:t>
        <a:bodyPr/>
        <a:lstStyle/>
        <a:p>
          <a:pPr>
            <a:lnSpc>
              <a:spcPct val="100000"/>
            </a:lnSpc>
          </a:pPr>
          <a:r>
            <a:rPr lang="en-US" sz="2200" dirty="0"/>
            <a:t>Virtual Reality (VR) and Augmented Reality (AR) are transforming digital music experiences by offering immersive and interactive performance environments. </a:t>
          </a:r>
        </a:p>
      </dgm:t>
    </dgm:pt>
    <dgm:pt modelId="{D1C38EE1-D4E5-4BDB-91C6-85FB56A5598E}" type="parTrans" cxnId="{E20EE25F-0688-4835-B209-B2D1549F10E2}">
      <dgm:prSet/>
      <dgm:spPr/>
      <dgm:t>
        <a:bodyPr/>
        <a:lstStyle/>
        <a:p>
          <a:endParaRPr lang="en-US"/>
        </a:p>
      </dgm:t>
    </dgm:pt>
    <dgm:pt modelId="{9AA3C458-CF7F-4CBE-B309-C0E5255EC1B4}" type="sibTrans" cxnId="{E20EE25F-0688-4835-B209-B2D1549F10E2}">
      <dgm:prSet/>
      <dgm:spPr/>
      <dgm:t>
        <a:bodyPr/>
        <a:lstStyle/>
        <a:p>
          <a:endParaRPr lang="en-US"/>
        </a:p>
      </dgm:t>
    </dgm:pt>
    <dgm:pt modelId="{A3C5B2E4-6B81-4D07-A833-791D0205EE08}">
      <dgm:prSet custT="1"/>
      <dgm:spPr/>
      <dgm:t>
        <a:bodyPr/>
        <a:lstStyle/>
        <a:p>
          <a:pPr>
            <a:lnSpc>
              <a:spcPct val="100000"/>
            </a:lnSpc>
          </a:pPr>
          <a:r>
            <a:rPr lang="en-US" sz="2200" dirty="0"/>
            <a:t>This project is an AR/MR drumming game. Gamers can place the virtual drum set in the real world and interact with it by holding virtual drumsticks with their hands. It provides a more fun and imaginative experience that goes beyond the real world. </a:t>
          </a:r>
        </a:p>
      </dgm:t>
    </dgm:pt>
    <dgm:pt modelId="{AF2DD7AB-4286-4A5F-ADDC-6A9B43099CDF}" type="parTrans" cxnId="{98EFEBE0-AF47-4717-B0D7-CE5EC09B068D}">
      <dgm:prSet/>
      <dgm:spPr/>
      <dgm:t>
        <a:bodyPr/>
        <a:lstStyle/>
        <a:p>
          <a:endParaRPr lang="en-US"/>
        </a:p>
      </dgm:t>
    </dgm:pt>
    <dgm:pt modelId="{46D102FD-94FE-469E-83C2-D9897D771094}" type="sibTrans" cxnId="{98EFEBE0-AF47-4717-B0D7-CE5EC09B068D}">
      <dgm:prSet/>
      <dgm:spPr/>
      <dgm:t>
        <a:bodyPr/>
        <a:lstStyle/>
        <a:p>
          <a:endParaRPr lang="en-US"/>
        </a:p>
      </dgm:t>
    </dgm:pt>
    <dgm:pt modelId="{309B790B-67BC-4296-A045-68460E76697C}" type="pres">
      <dgm:prSet presAssocID="{6E287272-E05B-4F36-9413-A29771E13BA9}" presName="root" presStyleCnt="0">
        <dgm:presLayoutVars>
          <dgm:dir/>
          <dgm:resizeHandles val="exact"/>
        </dgm:presLayoutVars>
      </dgm:prSet>
      <dgm:spPr/>
    </dgm:pt>
    <dgm:pt modelId="{23621F43-8499-40BF-931A-5AB4239168DA}" type="pres">
      <dgm:prSet presAssocID="{809363E9-5715-42EA-A6FC-F58CC694A6F8}" presName="compNode" presStyleCnt="0"/>
      <dgm:spPr/>
    </dgm:pt>
    <dgm:pt modelId="{1A478E1F-8190-402C-9A1A-D769B2638F3A}" type="pres">
      <dgm:prSet presAssocID="{809363E9-5715-42EA-A6FC-F58CC694A6F8}"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Virtual RealityHeadset"/>
        </a:ext>
      </dgm:extLst>
    </dgm:pt>
    <dgm:pt modelId="{C95A35F0-97F2-4751-BE97-38E4D2DAE5D4}" type="pres">
      <dgm:prSet presAssocID="{809363E9-5715-42EA-A6FC-F58CC694A6F8}" presName="spaceRect" presStyleCnt="0"/>
      <dgm:spPr/>
    </dgm:pt>
    <dgm:pt modelId="{75D51347-309F-4FE4-8F7F-5C0E46395979}" type="pres">
      <dgm:prSet presAssocID="{809363E9-5715-42EA-A6FC-F58CC694A6F8}" presName="textRect" presStyleLbl="revTx" presStyleIdx="0" presStyleCnt="2" custScaleX="117633">
        <dgm:presLayoutVars>
          <dgm:chMax val="1"/>
          <dgm:chPref val="1"/>
        </dgm:presLayoutVars>
      </dgm:prSet>
      <dgm:spPr/>
    </dgm:pt>
    <dgm:pt modelId="{D94619C9-F8BC-43D2-BB19-A9C0B199AC86}" type="pres">
      <dgm:prSet presAssocID="{9AA3C458-CF7F-4CBE-B309-C0E5255EC1B4}" presName="sibTrans" presStyleCnt="0"/>
      <dgm:spPr/>
    </dgm:pt>
    <dgm:pt modelId="{16D096C0-D1B5-4310-AEA7-846B3A6D0C50}" type="pres">
      <dgm:prSet presAssocID="{A3C5B2E4-6B81-4D07-A833-791D0205EE08}" presName="compNode" presStyleCnt="0"/>
      <dgm:spPr/>
    </dgm:pt>
    <dgm:pt modelId="{B564DFB4-5F29-40A0-A19A-52A84BD66FBC}" type="pres">
      <dgm:prSet presAssocID="{A3C5B2E4-6B81-4D07-A833-791D0205EE0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rum Set"/>
        </a:ext>
      </dgm:extLst>
    </dgm:pt>
    <dgm:pt modelId="{B0C487DB-BB45-45A0-82DF-501C6D87B7BE}" type="pres">
      <dgm:prSet presAssocID="{A3C5B2E4-6B81-4D07-A833-791D0205EE08}" presName="spaceRect" presStyleCnt="0"/>
      <dgm:spPr/>
    </dgm:pt>
    <dgm:pt modelId="{3E8C49AF-4C8C-4974-84C5-E39DFD7632FC}" type="pres">
      <dgm:prSet presAssocID="{A3C5B2E4-6B81-4D07-A833-791D0205EE08}" presName="textRect" presStyleLbl="revTx" presStyleIdx="1" presStyleCnt="2" custScaleX="154050">
        <dgm:presLayoutVars>
          <dgm:chMax val="1"/>
          <dgm:chPref val="1"/>
        </dgm:presLayoutVars>
      </dgm:prSet>
      <dgm:spPr/>
    </dgm:pt>
  </dgm:ptLst>
  <dgm:cxnLst>
    <dgm:cxn modelId="{34A71E1B-81D5-4D8A-829F-63477958569D}" type="presOf" srcId="{A3C5B2E4-6B81-4D07-A833-791D0205EE08}" destId="{3E8C49AF-4C8C-4974-84C5-E39DFD7632FC}" srcOrd="0" destOrd="0" presId="urn:microsoft.com/office/officeart/2018/2/layout/IconLabelList"/>
    <dgm:cxn modelId="{E20EE25F-0688-4835-B209-B2D1549F10E2}" srcId="{6E287272-E05B-4F36-9413-A29771E13BA9}" destId="{809363E9-5715-42EA-A6FC-F58CC694A6F8}" srcOrd="0" destOrd="0" parTransId="{D1C38EE1-D4E5-4BDB-91C6-85FB56A5598E}" sibTransId="{9AA3C458-CF7F-4CBE-B309-C0E5255EC1B4}"/>
    <dgm:cxn modelId="{E1CA5A87-AFBA-4911-B871-BC848936AB33}" type="presOf" srcId="{6E287272-E05B-4F36-9413-A29771E13BA9}" destId="{309B790B-67BC-4296-A045-68460E76697C}" srcOrd="0" destOrd="0" presId="urn:microsoft.com/office/officeart/2018/2/layout/IconLabelList"/>
    <dgm:cxn modelId="{BF1C4BA5-4A26-4E41-961E-6741649601AF}" type="presOf" srcId="{809363E9-5715-42EA-A6FC-F58CC694A6F8}" destId="{75D51347-309F-4FE4-8F7F-5C0E46395979}" srcOrd="0" destOrd="0" presId="urn:microsoft.com/office/officeart/2018/2/layout/IconLabelList"/>
    <dgm:cxn modelId="{98EFEBE0-AF47-4717-B0D7-CE5EC09B068D}" srcId="{6E287272-E05B-4F36-9413-A29771E13BA9}" destId="{A3C5B2E4-6B81-4D07-A833-791D0205EE08}" srcOrd="1" destOrd="0" parTransId="{AF2DD7AB-4286-4A5F-ADDC-6A9B43099CDF}" sibTransId="{46D102FD-94FE-469E-83C2-D9897D771094}"/>
    <dgm:cxn modelId="{53AD41FE-ABD8-47B6-A682-9B0067F7BFCA}" type="presParOf" srcId="{309B790B-67BC-4296-A045-68460E76697C}" destId="{23621F43-8499-40BF-931A-5AB4239168DA}" srcOrd="0" destOrd="0" presId="urn:microsoft.com/office/officeart/2018/2/layout/IconLabelList"/>
    <dgm:cxn modelId="{1E54BBD4-C76E-4C03-A24B-60944FAF621F}" type="presParOf" srcId="{23621F43-8499-40BF-931A-5AB4239168DA}" destId="{1A478E1F-8190-402C-9A1A-D769B2638F3A}" srcOrd="0" destOrd="0" presId="urn:microsoft.com/office/officeart/2018/2/layout/IconLabelList"/>
    <dgm:cxn modelId="{FF720D62-AB8F-4936-B476-183C82A4FB01}" type="presParOf" srcId="{23621F43-8499-40BF-931A-5AB4239168DA}" destId="{C95A35F0-97F2-4751-BE97-38E4D2DAE5D4}" srcOrd="1" destOrd="0" presId="urn:microsoft.com/office/officeart/2018/2/layout/IconLabelList"/>
    <dgm:cxn modelId="{534D1B9A-8EDE-4553-9006-9CCF06255020}" type="presParOf" srcId="{23621F43-8499-40BF-931A-5AB4239168DA}" destId="{75D51347-309F-4FE4-8F7F-5C0E46395979}" srcOrd="2" destOrd="0" presId="urn:microsoft.com/office/officeart/2018/2/layout/IconLabelList"/>
    <dgm:cxn modelId="{C5D3544C-21BE-4AC1-8B08-3B792F6AD363}" type="presParOf" srcId="{309B790B-67BC-4296-A045-68460E76697C}" destId="{D94619C9-F8BC-43D2-BB19-A9C0B199AC86}" srcOrd="1" destOrd="0" presId="urn:microsoft.com/office/officeart/2018/2/layout/IconLabelList"/>
    <dgm:cxn modelId="{D3CAF5C1-C9F8-459E-8C03-68F8DCE1567E}" type="presParOf" srcId="{309B790B-67BC-4296-A045-68460E76697C}" destId="{16D096C0-D1B5-4310-AEA7-846B3A6D0C50}" srcOrd="2" destOrd="0" presId="urn:microsoft.com/office/officeart/2018/2/layout/IconLabelList"/>
    <dgm:cxn modelId="{D49A009E-999C-4BFC-B783-2E3BDF1DA4A2}" type="presParOf" srcId="{16D096C0-D1B5-4310-AEA7-846B3A6D0C50}" destId="{B564DFB4-5F29-40A0-A19A-52A84BD66FBC}" srcOrd="0" destOrd="0" presId="urn:microsoft.com/office/officeart/2018/2/layout/IconLabelList"/>
    <dgm:cxn modelId="{B7C379D3-0608-4F1D-8EFD-5F81A26215AB}" type="presParOf" srcId="{16D096C0-D1B5-4310-AEA7-846B3A6D0C50}" destId="{B0C487DB-BB45-45A0-82DF-501C6D87B7BE}" srcOrd="1" destOrd="0" presId="urn:microsoft.com/office/officeart/2018/2/layout/IconLabelList"/>
    <dgm:cxn modelId="{12CFB3E3-DC8D-4777-8BE9-24AE8DE6D275}" type="presParOf" srcId="{16D096C0-D1B5-4310-AEA7-846B3A6D0C50}" destId="{3E8C49AF-4C8C-4974-84C5-E39DFD7632F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E386F7D-1552-4E27-BE9F-A53D939DA5F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FBC94A3-2A70-48D9-A813-9D330E8F0B63}">
      <dgm:prSet custT="1"/>
      <dgm:spPr/>
      <dgm:t>
        <a:bodyPr/>
        <a:lstStyle/>
        <a:p>
          <a:pPr>
            <a:lnSpc>
              <a:spcPct val="100000"/>
            </a:lnSpc>
          </a:pPr>
          <a:r>
            <a:rPr lang="zh-CN" sz="2400" b="0" i="0" baseline="0" dirty="0"/>
            <a:t>Simulating real-world drumming experiences with </a:t>
          </a:r>
          <a:r>
            <a:rPr lang="zh-CN" sz="2400" b="1" i="0" baseline="0" dirty="0"/>
            <a:t>virtual drum kits</a:t>
          </a:r>
          <a:r>
            <a:rPr lang="zh-CN" sz="2400" b="0" i="0" baseline="0" dirty="0"/>
            <a:t>.</a:t>
          </a:r>
          <a:endParaRPr lang="en-US" sz="2400" dirty="0"/>
        </a:p>
      </dgm:t>
    </dgm:pt>
    <dgm:pt modelId="{F4E55892-C149-4C16-9BD0-5BB1F993FD1C}" type="parTrans" cxnId="{02ABC703-C299-4A16-BD9D-AABBFDA5FB92}">
      <dgm:prSet/>
      <dgm:spPr/>
      <dgm:t>
        <a:bodyPr/>
        <a:lstStyle/>
        <a:p>
          <a:endParaRPr lang="en-US"/>
        </a:p>
      </dgm:t>
    </dgm:pt>
    <dgm:pt modelId="{E0C375EC-80BE-4C26-B9C0-C5C6CD21EC4E}" type="sibTrans" cxnId="{02ABC703-C299-4A16-BD9D-AABBFDA5FB92}">
      <dgm:prSet/>
      <dgm:spPr/>
      <dgm:t>
        <a:bodyPr/>
        <a:lstStyle/>
        <a:p>
          <a:pPr>
            <a:lnSpc>
              <a:spcPct val="100000"/>
            </a:lnSpc>
          </a:pPr>
          <a:endParaRPr lang="en-US"/>
        </a:p>
      </dgm:t>
    </dgm:pt>
    <dgm:pt modelId="{11BA24D6-34AC-4D08-BF29-BA54CDB3CEC0}">
      <dgm:prSet custT="1"/>
      <dgm:spPr/>
      <dgm:t>
        <a:bodyPr/>
        <a:lstStyle/>
        <a:p>
          <a:pPr>
            <a:lnSpc>
              <a:spcPct val="100000"/>
            </a:lnSpc>
          </a:pPr>
          <a:r>
            <a:rPr lang="zh-CN" sz="2400" b="0" i="0" baseline="0" dirty="0"/>
            <a:t>Motion tracking for drumstick and hand interactions.</a:t>
          </a:r>
          <a:endParaRPr lang="en-US" sz="2400" dirty="0"/>
        </a:p>
      </dgm:t>
    </dgm:pt>
    <dgm:pt modelId="{B21EB258-AA0B-4A8B-8CC0-1C81E86F8DDC}" type="parTrans" cxnId="{110E40C3-124B-469E-811E-347DC9EF0C00}">
      <dgm:prSet/>
      <dgm:spPr/>
      <dgm:t>
        <a:bodyPr/>
        <a:lstStyle/>
        <a:p>
          <a:endParaRPr lang="en-US"/>
        </a:p>
      </dgm:t>
    </dgm:pt>
    <dgm:pt modelId="{F9CA3F45-D1C0-4A54-82EA-4A02F46D12C5}" type="sibTrans" cxnId="{110E40C3-124B-469E-811E-347DC9EF0C00}">
      <dgm:prSet/>
      <dgm:spPr/>
      <dgm:t>
        <a:bodyPr/>
        <a:lstStyle/>
        <a:p>
          <a:pPr>
            <a:lnSpc>
              <a:spcPct val="100000"/>
            </a:lnSpc>
          </a:pPr>
          <a:endParaRPr lang="en-US"/>
        </a:p>
      </dgm:t>
    </dgm:pt>
    <dgm:pt modelId="{429B6283-5110-4E74-B377-A9F7AFC966AE}">
      <dgm:prSet custT="1"/>
      <dgm:spPr/>
      <dgm:t>
        <a:bodyPr/>
        <a:lstStyle/>
        <a:p>
          <a:pPr>
            <a:lnSpc>
              <a:spcPct val="100000"/>
            </a:lnSpc>
          </a:pPr>
          <a:r>
            <a:rPr lang="zh-CN" sz="2400" b="1" i="0" baseline="0" dirty="0"/>
            <a:t>Latency challenges</a:t>
          </a:r>
          <a:r>
            <a:rPr lang="zh-CN" sz="2400" b="0" i="0" baseline="0" dirty="0"/>
            <a:t> and solutions for real-time performance</a:t>
          </a:r>
          <a:r>
            <a:rPr lang="zh-CN" sz="2300" b="0" i="0" baseline="0" dirty="0"/>
            <a:t>.</a:t>
          </a:r>
          <a:endParaRPr lang="en-US" sz="2300" dirty="0"/>
        </a:p>
      </dgm:t>
    </dgm:pt>
    <dgm:pt modelId="{3488C1B6-4292-4C76-BCA8-F921F75F3308}" type="parTrans" cxnId="{9522F82B-0FAB-4A82-A689-AA46ABAAC438}">
      <dgm:prSet/>
      <dgm:spPr/>
      <dgm:t>
        <a:bodyPr/>
        <a:lstStyle/>
        <a:p>
          <a:endParaRPr lang="en-US"/>
        </a:p>
      </dgm:t>
    </dgm:pt>
    <dgm:pt modelId="{8821B0C6-A26F-42FC-85A0-AF6BF9C10EAB}" type="sibTrans" cxnId="{9522F82B-0FAB-4A82-A689-AA46ABAAC438}">
      <dgm:prSet/>
      <dgm:spPr/>
      <dgm:t>
        <a:bodyPr/>
        <a:lstStyle/>
        <a:p>
          <a:pPr>
            <a:lnSpc>
              <a:spcPct val="100000"/>
            </a:lnSpc>
          </a:pPr>
          <a:endParaRPr lang="en-US"/>
        </a:p>
      </dgm:t>
    </dgm:pt>
    <dgm:pt modelId="{746F2F2D-8443-4C67-8CA6-3E57FE9BA07D}">
      <dgm:prSet custT="1"/>
      <dgm:spPr/>
      <dgm:t>
        <a:bodyPr/>
        <a:lstStyle/>
        <a:p>
          <a:pPr>
            <a:lnSpc>
              <a:spcPct val="100000"/>
            </a:lnSpc>
          </a:pPr>
          <a:r>
            <a:rPr lang="zh-CN" sz="2400" b="0" i="0" baseline="0" dirty="0"/>
            <a:t>The role of </a:t>
          </a:r>
          <a:r>
            <a:rPr lang="zh-CN" sz="2400" b="1" i="0" baseline="0" dirty="0"/>
            <a:t>haptic feedback</a:t>
          </a:r>
          <a:r>
            <a:rPr lang="zh-CN" sz="2400" b="0" i="0" baseline="0" dirty="0"/>
            <a:t> and visual effects in enhancing realism.</a:t>
          </a:r>
          <a:endParaRPr lang="en-US" sz="2400" dirty="0"/>
        </a:p>
      </dgm:t>
    </dgm:pt>
    <dgm:pt modelId="{362F5A6B-A874-42E0-AF12-4761D50F3C5B}" type="parTrans" cxnId="{9AA31BCE-87F6-4255-A2F8-5CF52B449A36}">
      <dgm:prSet/>
      <dgm:spPr/>
      <dgm:t>
        <a:bodyPr/>
        <a:lstStyle/>
        <a:p>
          <a:endParaRPr lang="en-US"/>
        </a:p>
      </dgm:t>
    </dgm:pt>
    <dgm:pt modelId="{361F4D76-35C8-453A-878C-CDB27CF2F54C}" type="sibTrans" cxnId="{9AA31BCE-87F6-4255-A2F8-5CF52B449A36}">
      <dgm:prSet/>
      <dgm:spPr/>
      <dgm:t>
        <a:bodyPr/>
        <a:lstStyle/>
        <a:p>
          <a:endParaRPr lang="en-US"/>
        </a:p>
      </dgm:t>
    </dgm:pt>
    <dgm:pt modelId="{11DA9B00-4B4E-4283-BCA1-0137B0DAD6B5}" type="pres">
      <dgm:prSet presAssocID="{0E386F7D-1552-4E27-BE9F-A53D939DA5FE}" presName="root" presStyleCnt="0">
        <dgm:presLayoutVars>
          <dgm:dir/>
          <dgm:resizeHandles val="exact"/>
        </dgm:presLayoutVars>
      </dgm:prSet>
      <dgm:spPr/>
    </dgm:pt>
    <dgm:pt modelId="{7503C4EE-05FB-4361-9DCA-1816D2B05179}" type="pres">
      <dgm:prSet presAssocID="{0E386F7D-1552-4E27-BE9F-A53D939DA5FE}" presName="container" presStyleCnt="0">
        <dgm:presLayoutVars>
          <dgm:dir/>
          <dgm:resizeHandles val="exact"/>
        </dgm:presLayoutVars>
      </dgm:prSet>
      <dgm:spPr/>
    </dgm:pt>
    <dgm:pt modelId="{3B2EEF31-DD26-42C1-B8E3-4C8434ABB255}" type="pres">
      <dgm:prSet presAssocID="{5FBC94A3-2A70-48D9-A813-9D330E8F0B63}" presName="compNode" presStyleCnt="0"/>
      <dgm:spPr/>
    </dgm:pt>
    <dgm:pt modelId="{8168942E-219C-4563-8EFA-58B2BBA3364C}" type="pres">
      <dgm:prSet presAssocID="{5FBC94A3-2A70-48D9-A813-9D330E8F0B63}" presName="iconBgRect" presStyleLbl="bgShp" presStyleIdx="0" presStyleCnt="4"/>
      <dgm:spPr/>
    </dgm:pt>
    <dgm:pt modelId="{3420322E-5A42-4BFC-A76C-97E34D846FB9}" type="pres">
      <dgm:prSet presAssocID="{5FBC94A3-2A70-48D9-A813-9D330E8F0B6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鼓"/>
        </a:ext>
      </dgm:extLst>
    </dgm:pt>
    <dgm:pt modelId="{AD72CF17-5568-43A4-B5E7-1988C0668725}" type="pres">
      <dgm:prSet presAssocID="{5FBC94A3-2A70-48D9-A813-9D330E8F0B63}" presName="spaceRect" presStyleCnt="0"/>
      <dgm:spPr/>
    </dgm:pt>
    <dgm:pt modelId="{116202FE-682F-4E8B-9AC8-22734A2AB74A}" type="pres">
      <dgm:prSet presAssocID="{5FBC94A3-2A70-48D9-A813-9D330E8F0B63}" presName="textRect" presStyleLbl="revTx" presStyleIdx="0" presStyleCnt="4">
        <dgm:presLayoutVars>
          <dgm:chMax val="1"/>
          <dgm:chPref val="1"/>
        </dgm:presLayoutVars>
      </dgm:prSet>
      <dgm:spPr/>
    </dgm:pt>
    <dgm:pt modelId="{0F80D623-37F9-47B1-919D-9CF8CB2C54B2}" type="pres">
      <dgm:prSet presAssocID="{E0C375EC-80BE-4C26-B9C0-C5C6CD21EC4E}" presName="sibTrans" presStyleLbl="sibTrans2D1" presStyleIdx="0" presStyleCnt="0"/>
      <dgm:spPr/>
    </dgm:pt>
    <dgm:pt modelId="{A773C563-2BE8-4031-AF43-821F46EDB3E4}" type="pres">
      <dgm:prSet presAssocID="{11BA24D6-34AC-4D08-BF29-BA54CDB3CEC0}" presName="compNode" presStyleCnt="0"/>
      <dgm:spPr/>
    </dgm:pt>
    <dgm:pt modelId="{A62D000D-2051-4D9C-B674-B51B61FF06BD}" type="pres">
      <dgm:prSet presAssocID="{11BA24D6-34AC-4D08-BF29-BA54CDB3CEC0}" presName="iconBgRect" presStyleLbl="bgShp" presStyleIdx="1" presStyleCnt="4"/>
      <dgm:spPr/>
    </dgm:pt>
    <dgm:pt modelId="{C67EE6E7-7F75-4E06-A585-5673608D6628}" type="pres">
      <dgm:prSet presAssocID="{11BA24D6-34AC-4D08-BF29-BA54CDB3CEC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vron Arrows"/>
        </a:ext>
      </dgm:extLst>
    </dgm:pt>
    <dgm:pt modelId="{3D489D15-022D-4C89-8AD9-DC7DB652610E}" type="pres">
      <dgm:prSet presAssocID="{11BA24D6-34AC-4D08-BF29-BA54CDB3CEC0}" presName="spaceRect" presStyleCnt="0"/>
      <dgm:spPr/>
    </dgm:pt>
    <dgm:pt modelId="{59F13010-2CF2-4C00-9B08-9974124AFDAF}" type="pres">
      <dgm:prSet presAssocID="{11BA24D6-34AC-4D08-BF29-BA54CDB3CEC0}" presName="textRect" presStyleLbl="revTx" presStyleIdx="1" presStyleCnt="4">
        <dgm:presLayoutVars>
          <dgm:chMax val="1"/>
          <dgm:chPref val="1"/>
        </dgm:presLayoutVars>
      </dgm:prSet>
      <dgm:spPr/>
    </dgm:pt>
    <dgm:pt modelId="{0770F2B6-BD14-4274-8BF5-50935380FA89}" type="pres">
      <dgm:prSet presAssocID="{F9CA3F45-D1C0-4A54-82EA-4A02F46D12C5}" presName="sibTrans" presStyleLbl="sibTrans2D1" presStyleIdx="0" presStyleCnt="0"/>
      <dgm:spPr/>
    </dgm:pt>
    <dgm:pt modelId="{E2BC7CBD-01B1-4A73-9A08-FC4CFDF3908C}" type="pres">
      <dgm:prSet presAssocID="{429B6283-5110-4E74-B377-A9F7AFC966AE}" presName="compNode" presStyleCnt="0"/>
      <dgm:spPr/>
    </dgm:pt>
    <dgm:pt modelId="{061A164E-A201-413A-9A44-F025DE14CACB}" type="pres">
      <dgm:prSet presAssocID="{429B6283-5110-4E74-B377-A9F7AFC966AE}" presName="iconBgRect" presStyleLbl="bgShp" presStyleIdx="2" presStyleCnt="4"/>
      <dgm:spPr/>
    </dgm:pt>
    <dgm:pt modelId="{13BB94B8-FBF2-4E51-938B-A5747251C22C}" type="pres">
      <dgm:prSet presAssocID="{429B6283-5110-4E74-B377-A9F7AFC966A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处理器"/>
        </a:ext>
      </dgm:extLst>
    </dgm:pt>
    <dgm:pt modelId="{0DECD624-CB62-4B0E-975F-C8314B1091F3}" type="pres">
      <dgm:prSet presAssocID="{429B6283-5110-4E74-B377-A9F7AFC966AE}" presName="spaceRect" presStyleCnt="0"/>
      <dgm:spPr/>
    </dgm:pt>
    <dgm:pt modelId="{9D0A3D2C-8CC8-4071-8794-9A74097638CA}" type="pres">
      <dgm:prSet presAssocID="{429B6283-5110-4E74-B377-A9F7AFC966AE}" presName="textRect" presStyleLbl="revTx" presStyleIdx="2" presStyleCnt="4">
        <dgm:presLayoutVars>
          <dgm:chMax val="1"/>
          <dgm:chPref val="1"/>
        </dgm:presLayoutVars>
      </dgm:prSet>
      <dgm:spPr/>
    </dgm:pt>
    <dgm:pt modelId="{4AA09211-63E2-4B3A-AAC7-26AE35715FDF}" type="pres">
      <dgm:prSet presAssocID="{8821B0C6-A26F-42FC-85A0-AF6BF9C10EAB}" presName="sibTrans" presStyleLbl="sibTrans2D1" presStyleIdx="0" presStyleCnt="0"/>
      <dgm:spPr/>
    </dgm:pt>
    <dgm:pt modelId="{D2628223-A455-4A02-B3A3-4FCF4F384C66}" type="pres">
      <dgm:prSet presAssocID="{746F2F2D-8443-4C67-8CA6-3E57FE9BA07D}" presName="compNode" presStyleCnt="0"/>
      <dgm:spPr/>
    </dgm:pt>
    <dgm:pt modelId="{5A0983B1-8598-4B2B-BA34-4E6438DE3692}" type="pres">
      <dgm:prSet presAssocID="{746F2F2D-8443-4C67-8CA6-3E57FE9BA07D}" presName="iconBgRect" presStyleLbl="bgShp" presStyleIdx="3" presStyleCnt="4"/>
      <dgm:spPr/>
    </dgm:pt>
    <dgm:pt modelId="{71393CC1-551E-4276-9D4A-C5504D62B303}" type="pres">
      <dgm:prSet presAssocID="{746F2F2D-8443-4C67-8CA6-3E57FE9BA07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针"/>
        </a:ext>
      </dgm:extLst>
    </dgm:pt>
    <dgm:pt modelId="{2FFEFE00-A1B8-4E5E-A6B0-065D704EB97A}" type="pres">
      <dgm:prSet presAssocID="{746F2F2D-8443-4C67-8CA6-3E57FE9BA07D}" presName="spaceRect" presStyleCnt="0"/>
      <dgm:spPr/>
    </dgm:pt>
    <dgm:pt modelId="{89277D21-5E05-4985-AA88-85EDCE233834}" type="pres">
      <dgm:prSet presAssocID="{746F2F2D-8443-4C67-8CA6-3E57FE9BA07D}" presName="textRect" presStyleLbl="revTx" presStyleIdx="3" presStyleCnt="4">
        <dgm:presLayoutVars>
          <dgm:chMax val="1"/>
          <dgm:chPref val="1"/>
        </dgm:presLayoutVars>
      </dgm:prSet>
      <dgm:spPr/>
    </dgm:pt>
  </dgm:ptLst>
  <dgm:cxnLst>
    <dgm:cxn modelId="{02ABC703-C299-4A16-BD9D-AABBFDA5FB92}" srcId="{0E386F7D-1552-4E27-BE9F-A53D939DA5FE}" destId="{5FBC94A3-2A70-48D9-A813-9D330E8F0B63}" srcOrd="0" destOrd="0" parTransId="{F4E55892-C149-4C16-9BD0-5BB1F993FD1C}" sibTransId="{E0C375EC-80BE-4C26-B9C0-C5C6CD21EC4E}"/>
    <dgm:cxn modelId="{9522F82B-0FAB-4A82-A689-AA46ABAAC438}" srcId="{0E386F7D-1552-4E27-BE9F-A53D939DA5FE}" destId="{429B6283-5110-4E74-B377-A9F7AFC966AE}" srcOrd="2" destOrd="0" parTransId="{3488C1B6-4292-4C76-BCA8-F921F75F3308}" sibTransId="{8821B0C6-A26F-42FC-85A0-AF6BF9C10EAB}"/>
    <dgm:cxn modelId="{51A9D58B-4EEA-4634-A31B-138AE2920CF3}" type="presOf" srcId="{0E386F7D-1552-4E27-BE9F-A53D939DA5FE}" destId="{11DA9B00-4B4E-4283-BCA1-0137B0DAD6B5}" srcOrd="0" destOrd="0" presId="urn:microsoft.com/office/officeart/2018/2/layout/IconCircleList"/>
    <dgm:cxn modelId="{175620A1-7DDB-4158-9F02-4E27353C0D27}" type="presOf" srcId="{746F2F2D-8443-4C67-8CA6-3E57FE9BA07D}" destId="{89277D21-5E05-4985-AA88-85EDCE233834}" srcOrd="0" destOrd="0" presId="urn:microsoft.com/office/officeart/2018/2/layout/IconCircleList"/>
    <dgm:cxn modelId="{99563BA3-9C54-47FA-8ACC-D97E64CD01DA}" type="presOf" srcId="{11BA24D6-34AC-4D08-BF29-BA54CDB3CEC0}" destId="{59F13010-2CF2-4C00-9B08-9974124AFDAF}" srcOrd="0" destOrd="0" presId="urn:microsoft.com/office/officeart/2018/2/layout/IconCircleList"/>
    <dgm:cxn modelId="{5BD031AA-55D4-4DDF-A154-D82E219B5ADC}" type="presOf" srcId="{F9CA3F45-D1C0-4A54-82EA-4A02F46D12C5}" destId="{0770F2B6-BD14-4274-8BF5-50935380FA89}" srcOrd="0" destOrd="0" presId="urn:microsoft.com/office/officeart/2018/2/layout/IconCircleList"/>
    <dgm:cxn modelId="{110E40C3-124B-469E-811E-347DC9EF0C00}" srcId="{0E386F7D-1552-4E27-BE9F-A53D939DA5FE}" destId="{11BA24D6-34AC-4D08-BF29-BA54CDB3CEC0}" srcOrd="1" destOrd="0" parTransId="{B21EB258-AA0B-4A8B-8CC0-1C81E86F8DDC}" sibTransId="{F9CA3F45-D1C0-4A54-82EA-4A02F46D12C5}"/>
    <dgm:cxn modelId="{9AA31BCE-87F6-4255-A2F8-5CF52B449A36}" srcId="{0E386F7D-1552-4E27-BE9F-A53D939DA5FE}" destId="{746F2F2D-8443-4C67-8CA6-3E57FE9BA07D}" srcOrd="3" destOrd="0" parTransId="{362F5A6B-A874-42E0-AF12-4761D50F3C5B}" sibTransId="{361F4D76-35C8-453A-878C-CDB27CF2F54C}"/>
    <dgm:cxn modelId="{D4FE32E4-71C3-4417-B9AF-27DE4E0DFC41}" type="presOf" srcId="{E0C375EC-80BE-4C26-B9C0-C5C6CD21EC4E}" destId="{0F80D623-37F9-47B1-919D-9CF8CB2C54B2}" srcOrd="0" destOrd="0" presId="urn:microsoft.com/office/officeart/2018/2/layout/IconCircleList"/>
    <dgm:cxn modelId="{0B0356E8-7C14-4D38-8C4E-2C65D6898EDD}" type="presOf" srcId="{5FBC94A3-2A70-48D9-A813-9D330E8F0B63}" destId="{116202FE-682F-4E8B-9AC8-22734A2AB74A}" srcOrd="0" destOrd="0" presId="urn:microsoft.com/office/officeart/2018/2/layout/IconCircleList"/>
    <dgm:cxn modelId="{849C64F0-9505-43F8-8780-72C2ACA321B0}" type="presOf" srcId="{429B6283-5110-4E74-B377-A9F7AFC966AE}" destId="{9D0A3D2C-8CC8-4071-8794-9A74097638CA}" srcOrd="0" destOrd="0" presId="urn:microsoft.com/office/officeart/2018/2/layout/IconCircleList"/>
    <dgm:cxn modelId="{3E4033FB-C560-43EC-899D-57CD8C8301C5}" type="presOf" srcId="{8821B0C6-A26F-42FC-85A0-AF6BF9C10EAB}" destId="{4AA09211-63E2-4B3A-AAC7-26AE35715FDF}" srcOrd="0" destOrd="0" presId="urn:microsoft.com/office/officeart/2018/2/layout/IconCircleList"/>
    <dgm:cxn modelId="{EDE95C83-EE98-42BD-BE69-C3A73B29C6B8}" type="presParOf" srcId="{11DA9B00-4B4E-4283-BCA1-0137B0DAD6B5}" destId="{7503C4EE-05FB-4361-9DCA-1816D2B05179}" srcOrd="0" destOrd="0" presId="urn:microsoft.com/office/officeart/2018/2/layout/IconCircleList"/>
    <dgm:cxn modelId="{86699C77-757E-499C-A75A-23982BD752D6}" type="presParOf" srcId="{7503C4EE-05FB-4361-9DCA-1816D2B05179}" destId="{3B2EEF31-DD26-42C1-B8E3-4C8434ABB255}" srcOrd="0" destOrd="0" presId="urn:microsoft.com/office/officeart/2018/2/layout/IconCircleList"/>
    <dgm:cxn modelId="{55EEB8D5-F2AE-4D07-A601-A02D67C423A2}" type="presParOf" srcId="{3B2EEF31-DD26-42C1-B8E3-4C8434ABB255}" destId="{8168942E-219C-4563-8EFA-58B2BBA3364C}" srcOrd="0" destOrd="0" presId="urn:microsoft.com/office/officeart/2018/2/layout/IconCircleList"/>
    <dgm:cxn modelId="{92D38B49-9469-41AF-AD1B-BA8F3DC9AA56}" type="presParOf" srcId="{3B2EEF31-DD26-42C1-B8E3-4C8434ABB255}" destId="{3420322E-5A42-4BFC-A76C-97E34D846FB9}" srcOrd="1" destOrd="0" presId="urn:microsoft.com/office/officeart/2018/2/layout/IconCircleList"/>
    <dgm:cxn modelId="{126E3636-6ABD-4A62-81C8-AC3FA25F8123}" type="presParOf" srcId="{3B2EEF31-DD26-42C1-B8E3-4C8434ABB255}" destId="{AD72CF17-5568-43A4-B5E7-1988C0668725}" srcOrd="2" destOrd="0" presId="urn:microsoft.com/office/officeart/2018/2/layout/IconCircleList"/>
    <dgm:cxn modelId="{2769F077-4BC4-481C-B848-4830482965C8}" type="presParOf" srcId="{3B2EEF31-DD26-42C1-B8E3-4C8434ABB255}" destId="{116202FE-682F-4E8B-9AC8-22734A2AB74A}" srcOrd="3" destOrd="0" presId="urn:microsoft.com/office/officeart/2018/2/layout/IconCircleList"/>
    <dgm:cxn modelId="{23F01A59-7E9E-4EC7-9605-7EF1CC88396F}" type="presParOf" srcId="{7503C4EE-05FB-4361-9DCA-1816D2B05179}" destId="{0F80D623-37F9-47B1-919D-9CF8CB2C54B2}" srcOrd="1" destOrd="0" presId="urn:microsoft.com/office/officeart/2018/2/layout/IconCircleList"/>
    <dgm:cxn modelId="{9E226BE7-3867-42B2-87CE-3BE4191FA9BA}" type="presParOf" srcId="{7503C4EE-05FB-4361-9DCA-1816D2B05179}" destId="{A773C563-2BE8-4031-AF43-821F46EDB3E4}" srcOrd="2" destOrd="0" presId="urn:microsoft.com/office/officeart/2018/2/layout/IconCircleList"/>
    <dgm:cxn modelId="{3FD1711B-1A30-4A0C-839A-279B27FA797A}" type="presParOf" srcId="{A773C563-2BE8-4031-AF43-821F46EDB3E4}" destId="{A62D000D-2051-4D9C-B674-B51B61FF06BD}" srcOrd="0" destOrd="0" presId="urn:microsoft.com/office/officeart/2018/2/layout/IconCircleList"/>
    <dgm:cxn modelId="{A6459791-7CC5-46E2-9184-ACD2A43C1E40}" type="presParOf" srcId="{A773C563-2BE8-4031-AF43-821F46EDB3E4}" destId="{C67EE6E7-7F75-4E06-A585-5673608D6628}" srcOrd="1" destOrd="0" presId="urn:microsoft.com/office/officeart/2018/2/layout/IconCircleList"/>
    <dgm:cxn modelId="{04FE884A-25CB-4D5F-BFB7-59ABD0D210E1}" type="presParOf" srcId="{A773C563-2BE8-4031-AF43-821F46EDB3E4}" destId="{3D489D15-022D-4C89-8AD9-DC7DB652610E}" srcOrd="2" destOrd="0" presId="urn:microsoft.com/office/officeart/2018/2/layout/IconCircleList"/>
    <dgm:cxn modelId="{15A6E576-65E6-43D5-B134-0F6D51AE9D11}" type="presParOf" srcId="{A773C563-2BE8-4031-AF43-821F46EDB3E4}" destId="{59F13010-2CF2-4C00-9B08-9974124AFDAF}" srcOrd="3" destOrd="0" presId="urn:microsoft.com/office/officeart/2018/2/layout/IconCircleList"/>
    <dgm:cxn modelId="{979512AB-5B44-45DE-A909-2544127EBFBC}" type="presParOf" srcId="{7503C4EE-05FB-4361-9DCA-1816D2B05179}" destId="{0770F2B6-BD14-4274-8BF5-50935380FA89}" srcOrd="3" destOrd="0" presId="urn:microsoft.com/office/officeart/2018/2/layout/IconCircleList"/>
    <dgm:cxn modelId="{A6BDDDD8-C2D3-465C-9516-69EBB65015B3}" type="presParOf" srcId="{7503C4EE-05FB-4361-9DCA-1816D2B05179}" destId="{E2BC7CBD-01B1-4A73-9A08-FC4CFDF3908C}" srcOrd="4" destOrd="0" presId="urn:microsoft.com/office/officeart/2018/2/layout/IconCircleList"/>
    <dgm:cxn modelId="{6B0EC5D7-032D-4CFC-8AF9-01C772C1EF7B}" type="presParOf" srcId="{E2BC7CBD-01B1-4A73-9A08-FC4CFDF3908C}" destId="{061A164E-A201-413A-9A44-F025DE14CACB}" srcOrd="0" destOrd="0" presId="urn:microsoft.com/office/officeart/2018/2/layout/IconCircleList"/>
    <dgm:cxn modelId="{5BDEE1D6-DFE5-4542-843A-90F43C72E7BC}" type="presParOf" srcId="{E2BC7CBD-01B1-4A73-9A08-FC4CFDF3908C}" destId="{13BB94B8-FBF2-4E51-938B-A5747251C22C}" srcOrd="1" destOrd="0" presId="urn:microsoft.com/office/officeart/2018/2/layout/IconCircleList"/>
    <dgm:cxn modelId="{2AC24FCC-9C9D-4F3B-8CFB-5AEDB13C60A4}" type="presParOf" srcId="{E2BC7CBD-01B1-4A73-9A08-FC4CFDF3908C}" destId="{0DECD624-CB62-4B0E-975F-C8314B1091F3}" srcOrd="2" destOrd="0" presId="urn:microsoft.com/office/officeart/2018/2/layout/IconCircleList"/>
    <dgm:cxn modelId="{2C9BDAE1-1704-4DDE-B841-02E42EAEE7AE}" type="presParOf" srcId="{E2BC7CBD-01B1-4A73-9A08-FC4CFDF3908C}" destId="{9D0A3D2C-8CC8-4071-8794-9A74097638CA}" srcOrd="3" destOrd="0" presId="urn:microsoft.com/office/officeart/2018/2/layout/IconCircleList"/>
    <dgm:cxn modelId="{F0000C69-F6E8-44D4-A2D5-63BEF2A88F8C}" type="presParOf" srcId="{7503C4EE-05FB-4361-9DCA-1816D2B05179}" destId="{4AA09211-63E2-4B3A-AAC7-26AE35715FDF}" srcOrd="5" destOrd="0" presId="urn:microsoft.com/office/officeart/2018/2/layout/IconCircleList"/>
    <dgm:cxn modelId="{8FAB03E5-0DCA-49D2-AA33-586191CD1407}" type="presParOf" srcId="{7503C4EE-05FB-4361-9DCA-1816D2B05179}" destId="{D2628223-A455-4A02-B3A3-4FCF4F384C66}" srcOrd="6" destOrd="0" presId="urn:microsoft.com/office/officeart/2018/2/layout/IconCircleList"/>
    <dgm:cxn modelId="{12E5AB11-BD92-4EE2-B07A-13A208D79662}" type="presParOf" srcId="{D2628223-A455-4A02-B3A3-4FCF4F384C66}" destId="{5A0983B1-8598-4B2B-BA34-4E6438DE3692}" srcOrd="0" destOrd="0" presId="urn:microsoft.com/office/officeart/2018/2/layout/IconCircleList"/>
    <dgm:cxn modelId="{5AFC2338-AE4E-485D-9DD5-C748C6153F36}" type="presParOf" srcId="{D2628223-A455-4A02-B3A3-4FCF4F384C66}" destId="{71393CC1-551E-4276-9D4A-C5504D62B303}" srcOrd="1" destOrd="0" presId="urn:microsoft.com/office/officeart/2018/2/layout/IconCircleList"/>
    <dgm:cxn modelId="{3F52642A-9B85-47E8-933B-6370C909046D}" type="presParOf" srcId="{D2628223-A455-4A02-B3A3-4FCF4F384C66}" destId="{2FFEFE00-A1B8-4E5E-A6B0-065D704EB97A}" srcOrd="2" destOrd="0" presId="urn:microsoft.com/office/officeart/2018/2/layout/IconCircleList"/>
    <dgm:cxn modelId="{3972A27E-FFE7-41A2-A3A0-6C995BD1CB88}" type="presParOf" srcId="{D2628223-A455-4A02-B3A3-4FCF4F384C66}" destId="{89277D21-5E05-4985-AA88-85EDCE233834}"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AA46C5-1836-439C-B56E-D68576DAC422}" type="doc">
      <dgm:prSet loTypeId="urn:microsoft.com/office/officeart/2018/2/layout/IconVerticalSolidList" loCatId="icon" qsTypeId="urn:microsoft.com/office/officeart/2005/8/quickstyle/simple1" qsCatId="simple" csTypeId="urn:microsoft.com/office/officeart/2018/5/colors/Iconchunking_neutralbg_colorful5" csCatId="colorful" phldr="1"/>
      <dgm:spPr/>
      <dgm:t>
        <a:bodyPr/>
        <a:lstStyle/>
        <a:p>
          <a:endParaRPr lang="en-US"/>
        </a:p>
      </dgm:t>
    </dgm:pt>
    <dgm:pt modelId="{9851DD02-F2CB-4732-8B36-6BB2D2D4CB82}">
      <dgm:prSet custT="1"/>
      <dgm:spPr/>
      <dgm:t>
        <a:bodyPr/>
        <a:lstStyle/>
        <a:p>
          <a:r>
            <a:rPr lang="en-US" sz="2200" b="1" dirty="0"/>
            <a:t>Collision detection and hit feedback</a:t>
          </a:r>
          <a:r>
            <a:rPr lang="en-US" sz="2200" dirty="0"/>
            <a:t>: Accurate collision detection between drumsticks and drums, precise audio and visual feedback when hitting the drum surface.</a:t>
          </a:r>
        </a:p>
      </dgm:t>
    </dgm:pt>
    <dgm:pt modelId="{EAB60877-BCCB-4603-B5E9-54D4F4A6C9CA}" type="parTrans" cxnId="{7389F78D-2FA0-46AB-8454-49B9833BB3B3}">
      <dgm:prSet/>
      <dgm:spPr/>
      <dgm:t>
        <a:bodyPr/>
        <a:lstStyle/>
        <a:p>
          <a:endParaRPr lang="en-US"/>
        </a:p>
      </dgm:t>
    </dgm:pt>
    <dgm:pt modelId="{8117841E-23A7-41D9-B028-BEEFF6420B10}" type="sibTrans" cxnId="{7389F78D-2FA0-46AB-8454-49B9833BB3B3}">
      <dgm:prSet/>
      <dgm:spPr/>
      <dgm:t>
        <a:bodyPr/>
        <a:lstStyle/>
        <a:p>
          <a:endParaRPr lang="en-US"/>
        </a:p>
      </dgm:t>
    </dgm:pt>
    <dgm:pt modelId="{93F420D2-9378-4333-8D14-09AF516C7B24}">
      <dgm:prSet custT="1"/>
      <dgm:spPr/>
      <dgm:t>
        <a:bodyPr/>
        <a:lstStyle/>
        <a:p>
          <a:r>
            <a:rPr lang="en-US" sz="2200" b="1" dirty="0"/>
            <a:t>Audio and Visual Synchronization</a:t>
          </a:r>
          <a:r>
            <a:rPr lang="en-US" sz="2200" dirty="0"/>
            <a:t>: Audios and animations should be tightly synchronized with user actions. </a:t>
          </a:r>
        </a:p>
      </dgm:t>
    </dgm:pt>
    <dgm:pt modelId="{A509BA2E-7F09-4B00-A235-0D876414066A}" type="parTrans" cxnId="{1E87A481-7FE2-43CC-85D4-99B43D062DF6}">
      <dgm:prSet/>
      <dgm:spPr/>
      <dgm:t>
        <a:bodyPr/>
        <a:lstStyle/>
        <a:p>
          <a:endParaRPr lang="en-US"/>
        </a:p>
      </dgm:t>
    </dgm:pt>
    <dgm:pt modelId="{598C98F8-C29C-444B-BDB6-F55F6662A65C}" type="sibTrans" cxnId="{1E87A481-7FE2-43CC-85D4-99B43D062DF6}">
      <dgm:prSet/>
      <dgm:spPr/>
      <dgm:t>
        <a:bodyPr/>
        <a:lstStyle/>
        <a:p>
          <a:endParaRPr lang="en-US"/>
        </a:p>
      </dgm:t>
    </dgm:pt>
    <dgm:pt modelId="{007D32BF-48EF-4D23-A140-D71FA8D1F6E9}">
      <dgm:prSet custT="1"/>
      <dgm:spPr/>
      <dgm:t>
        <a:bodyPr/>
        <a:lstStyle/>
        <a:p>
          <a:r>
            <a:rPr lang="en-US" sz="2200" b="1" dirty="0"/>
            <a:t>Controller Interaction and Drumstick Mapping</a:t>
          </a:r>
          <a:r>
            <a:rPr lang="en-US" sz="2200" dirty="0"/>
            <a:t>: Map Quest 2 controller actions to virtual drumsticks to ensure intuitive and accurate hitting sensation.</a:t>
          </a:r>
        </a:p>
      </dgm:t>
    </dgm:pt>
    <dgm:pt modelId="{D6B25C45-00A3-45CD-9D38-924B626C1D51}" type="parTrans" cxnId="{FB75E15D-A72B-44A3-9291-1B2553F22320}">
      <dgm:prSet/>
      <dgm:spPr/>
      <dgm:t>
        <a:bodyPr/>
        <a:lstStyle/>
        <a:p>
          <a:endParaRPr lang="en-US"/>
        </a:p>
      </dgm:t>
    </dgm:pt>
    <dgm:pt modelId="{C5733642-649A-4EFC-A88A-831E191CA2C7}" type="sibTrans" cxnId="{FB75E15D-A72B-44A3-9291-1B2553F22320}">
      <dgm:prSet/>
      <dgm:spPr/>
      <dgm:t>
        <a:bodyPr/>
        <a:lstStyle/>
        <a:p>
          <a:endParaRPr lang="en-US"/>
        </a:p>
      </dgm:t>
    </dgm:pt>
    <dgm:pt modelId="{51AEC8C3-4511-4F0E-8461-1FDEF59D9FC4}">
      <dgm:prSet custT="1"/>
      <dgm:spPr/>
      <dgm:t>
        <a:bodyPr/>
        <a:lstStyle/>
        <a:p>
          <a:r>
            <a:rPr lang="en-US" sz="2200" b="1" dirty="0"/>
            <a:t>Latency Control and Performance Optimization</a:t>
          </a:r>
          <a:r>
            <a:rPr lang="en-US" sz="2200" dirty="0"/>
            <a:t>: Maintain stable frame rates and low latency to ensure that there will be no lag or crash during long-term operation.</a:t>
          </a:r>
        </a:p>
      </dgm:t>
    </dgm:pt>
    <dgm:pt modelId="{56000419-510B-4D3E-8A9E-64CE61E2AD4C}" type="parTrans" cxnId="{3C2B4ACF-8F64-435B-AC2C-824B53A1AA3B}">
      <dgm:prSet/>
      <dgm:spPr/>
      <dgm:t>
        <a:bodyPr/>
        <a:lstStyle/>
        <a:p>
          <a:endParaRPr lang="en-US"/>
        </a:p>
      </dgm:t>
    </dgm:pt>
    <dgm:pt modelId="{8FE93A55-5106-4007-BAA6-31A4EF9A34F5}" type="sibTrans" cxnId="{3C2B4ACF-8F64-435B-AC2C-824B53A1AA3B}">
      <dgm:prSet/>
      <dgm:spPr/>
      <dgm:t>
        <a:bodyPr/>
        <a:lstStyle/>
        <a:p>
          <a:endParaRPr lang="en-US"/>
        </a:p>
      </dgm:t>
    </dgm:pt>
    <dgm:pt modelId="{D8064BF0-1E2D-4016-883E-BFA0B935D84E}" type="pres">
      <dgm:prSet presAssocID="{D3AA46C5-1836-439C-B56E-D68576DAC422}" presName="root" presStyleCnt="0">
        <dgm:presLayoutVars>
          <dgm:dir/>
          <dgm:resizeHandles val="exact"/>
        </dgm:presLayoutVars>
      </dgm:prSet>
      <dgm:spPr/>
    </dgm:pt>
    <dgm:pt modelId="{4EB66DBF-5C80-4BD1-9A82-35B238B8ADC2}" type="pres">
      <dgm:prSet presAssocID="{9851DD02-F2CB-4732-8B36-6BB2D2D4CB82}" presName="compNode" presStyleCnt="0"/>
      <dgm:spPr/>
    </dgm:pt>
    <dgm:pt modelId="{A1C92F49-2747-4418-BAA3-2BD0CB045E23}" type="pres">
      <dgm:prSet presAssocID="{9851DD02-F2CB-4732-8B36-6BB2D2D4CB82}" presName="bgRect" presStyleLbl="bgShp" presStyleIdx="0" presStyleCnt="4" custScaleY="140703" custLinFactNeighborY="-8303"/>
      <dgm:spPr/>
    </dgm:pt>
    <dgm:pt modelId="{E35529FF-6BEB-41A0-8C75-DEB100133AF5}" type="pres">
      <dgm:prSet presAssocID="{9851DD02-F2CB-4732-8B36-6BB2D2D4CB82}" presName="iconRect" presStyleLbl="node1" presStyleIdx="0" presStyleCnt="4" custScaleX="154812" custScaleY="15496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rum Set"/>
        </a:ext>
      </dgm:extLst>
    </dgm:pt>
    <dgm:pt modelId="{F23F3D21-EF6A-49D0-A952-E926CACF09C0}" type="pres">
      <dgm:prSet presAssocID="{9851DD02-F2CB-4732-8B36-6BB2D2D4CB82}" presName="spaceRect" presStyleCnt="0"/>
      <dgm:spPr/>
    </dgm:pt>
    <dgm:pt modelId="{7E3CEE57-A813-425B-80CB-35C0AD96A43A}" type="pres">
      <dgm:prSet presAssocID="{9851DD02-F2CB-4732-8B36-6BB2D2D4CB82}" presName="parTx" presStyleLbl="revTx" presStyleIdx="0" presStyleCnt="4" custLinFactNeighborX="436" custLinFactNeighborY="-14185">
        <dgm:presLayoutVars>
          <dgm:chMax val="0"/>
          <dgm:chPref val="0"/>
        </dgm:presLayoutVars>
      </dgm:prSet>
      <dgm:spPr/>
    </dgm:pt>
    <dgm:pt modelId="{D71ACBBA-8C40-4F60-B147-87A14C29EE65}" type="pres">
      <dgm:prSet presAssocID="{8117841E-23A7-41D9-B028-BEEFF6420B10}" presName="sibTrans" presStyleCnt="0"/>
      <dgm:spPr/>
    </dgm:pt>
    <dgm:pt modelId="{11CFAD6A-626F-47B5-A326-EDF700B85B8A}" type="pres">
      <dgm:prSet presAssocID="{93F420D2-9378-4333-8D14-09AF516C7B24}" presName="compNode" presStyleCnt="0"/>
      <dgm:spPr/>
    </dgm:pt>
    <dgm:pt modelId="{762225F6-5E44-4712-A58A-5304ED8A3DB8}" type="pres">
      <dgm:prSet presAssocID="{93F420D2-9378-4333-8D14-09AF516C7B24}" presName="bgRect" presStyleLbl="bgShp" presStyleIdx="1" presStyleCnt="4" custScaleY="130501" custLinFactNeighborY="-3970"/>
      <dgm:spPr/>
    </dgm:pt>
    <dgm:pt modelId="{33540F21-54DC-4A48-9FDD-FD071BC5E15E}" type="pres">
      <dgm:prSet presAssocID="{93F420D2-9378-4333-8D14-09AF516C7B2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字幕"/>
        </a:ext>
      </dgm:extLst>
    </dgm:pt>
    <dgm:pt modelId="{D95A3733-0608-434E-A852-948B7B71CE85}" type="pres">
      <dgm:prSet presAssocID="{93F420D2-9378-4333-8D14-09AF516C7B24}" presName="spaceRect" presStyleCnt="0"/>
      <dgm:spPr/>
    </dgm:pt>
    <dgm:pt modelId="{2FAD2525-AFD8-46F3-B0A2-FB27FF4399B4}" type="pres">
      <dgm:prSet presAssocID="{93F420D2-9378-4333-8D14-09AF516C7B24}" presName="parTx" presStyleLbl="revTx" presStyleIdx="1" presStyleCnt="4" custScaleX="100187" custLinFactNeighborX="201" custLinFactNeighborY="-17766">
        <dgm:presLayoutVars>
          <dgm:chMax val="0"/>
          <dgm:chPref val="0"/>
        </dgm:presLayoutVars>
      </dgm:prSet>
      <dgm:spPr/>
    </dgm:pt>
    <dgm:pt modelId="{7CD54DED-181F-4A08-8682-C10A84811560}" type="pres">
      <dgm:prSet presAssocID="{598C98F8-C29C-444B-BDB6-F55F6662A65C}" presName="sibTrans" presStyleCnt="0"/>
      <dgm:spPr/>
    </dgm:pt>
    <dgm:pt modelId="{B618A5B0-BB9E-4D5E-8C62-BAB8E2932258}" type="pres">
      <dgm:prSet presAssocID="{007D32BF-48EF-4D23-A140-D71FA8D1F6E9}" presName="compNode" presStyleCnt="0"/>
      <dgm:spPr/>
    </dgm:pt>
    <dgm:pt modelId="{2BB83E1A-DAF8-449E-A3B0-977ACDEBD552}" type="pres">
      <dgm:prSet presAssocID="{007D32BF-48EF-4D23-A140-D71FA8D1F6E9}" presName="bgRect" presStyleLbl="bgShp" presStyleIdx="2" presStyleCnt="4" custScaleY="133482" custLinFactNeighborX="-1041" custLinFactNeighborY="2076"/>
      <dgm:spPr/>
    </dgm:pt>
    <dgm:pt modelId="{162E7065-AB44-42B1-ABDC-69D1231D57EC}" type="pres">
      <dgm:prSet presAssocID="{007D32BF-48EF-4D23-A140-D71FA8D1F6E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me controller"/>
        </a:ext>
      </dgm:extLst>
    </dgm:pt>
    <dgm:pt modelId="{D33F1B2A-52E5-46CE-A916-37BCF225EB28}" type="pres">
      <dgm:prSet presAssocID="{007D32BF-48EF-4D23-A140-D71FA8D1F6E9}" presName="spaceRect" presStyleCnt="0"/>
      <dgm:spPr/>
    </dgm:pt>
    <dgm:pt modelId="{7B2B91A0-62DC-4073-96C5-113899187819}" type="pres">
      <dgm:prSet presAssocID="{007D32BF-48EF-4D23-A140-D71FA8D1F6E9}" presName="parTx" presStyleLbl="revTx" presStyleIdx="2" presStyleCnt="4" custLinFactNeighborX="-1145" custLinFactNeighborY="-10488">
        <dgm:presLayoutVars>
          <dgm:chMax val="0"/>
          <dgm:chPref val="0"/>
        </dgm:presLayoutVars>
      </dgm:prSet>
      <dgm:spPr/>
    </dgm:pt>
    <dgm:pt modelId="{FD0D8194-1CCC-404A-907C-C37E253B2B73}" type="pres">
      <dgm:prSet presAssocID="{C5733642-649A-4EFC-A88A-831E191CA2C7}" presName="sibTrans" presStyleCnt="0"/>
      <dgm:spPr/>
    </dgm:pt>
    <dgm:pt modelId="{C5050FF2-3DCA-4BED-A02F-88235C1DD785}" type="pres">
      <dgm:prSet presAssocID="{51AEC8C3-4511-4F0E-8461-1FDEF59D9FC4}" presName="compNode" presStyleCnt="0"/>
      <dgm:spPr/>
    </dgm:pt>
    <dgm:pt modelId="{2F74CE3A-0A62-4B4D-98F7-83B117D0E404}" type="pres">
      <dgm:prSet presAssocID="{51AEC8C3-4511-4F0E-8461-1FDEF59D9FC4}" presName="bgRect" presStyleLbl="bgShp" presStyleIdx="3" presStyleCnt="4" custScaleY="128135" custLinFactNeighborX="-116" custLinFactNeighborY="9341"/>
      <dgm:spPr/>
    </dgm:pt>
    <dgm:pt modelId="{C9F7B38B-5A06-42C9-B234-C21403E872EB}" type="pres">
      <dgm:prSet presAssocID="{51AEC8C3-4511-4F0E-8461-1FDEF59D9FC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peed Bump"/>
        </a:ext>
      </dgm:extLst>
    </dgm:pt>
    <dgm:pt modelId="{A75EF84B-3657-408A-AB37-8FF632BF0C10}" type="pres">
      <dgm:prSet presAssocID="{51AEC8C3-4511-4F0E-8461-1FDEF59D9FC4}" presName="spaceRect" presStyleCnt="0"/>
      <dgm:spPr/>
    </dgm:pt>
    <dgm:pt modelId="{2F697642-64E7-419F-9996-B6B798E8254E}" type="pres">
      <dgm:prSet presAssocID="{51AEC8C3-4511-4F0E-8461-1FDEF59D9FC4}" presName="parTx" presStyleLbl="revTx" presStyleIdx="3" presStyleCnt="4" custLinFactNeighborX="-1145" custLinFactNeighborY="-8740">
        <dgm:presLayoutVars>
          <dgm:chMax val="0"/>
          <dgm:chPref val="0"/>
        </dgm:presLayoutVars>
      </dgm:prSet>
      <dgm:spPr/>
    </dgm:pt>
  </dgm:ptLst>
  <dgm:cxnLst>
    <dgm:cxn modelId="{75F74800-EC39-4FC7-93D6-546AF9994016}" type="presOf" srcId="{93F420D2-9378-4333-8D14-09AF516C7B24}" destId="{2FAD2525-AFD8-46F3-B0A2-FB27FF4399B4}" srcOrd="0" destOrd="0" presId="urn:microsoft.com/office/officeart/2018/2/layout/IconVerticalSolidList"/>
    <dgm:cxn modelId="{2BBDE612-932B-4356-970D-459959E3B909}" type="presOf" srcId="{51AEC8C3-4511-4F0E-8461-1FDEF59D9FC4}" destId="{2F697642-64E7-419F-9996-B6B798E8254E}" srcOrd="0" destOrd="0" presId="urn:microsoft.com/office/officeart/2018/2/layout/IconVerticalSolidList"/>
    <dgm:cxn modelId="{FB75E15D-A72B-44A3-9291-1B2553F22320}" srcId="{D3AA46C5-1836-439C-B56E-D68576DAC422}" destId="{007D32BF-48EF-4D23-A140-D71FA8D1F6E9}" srcOrd="2" destOrd="0" parTransId="{D6B25C45-00A3-45CD-9D38-924B626C1D51}" sibTransId="{C5733642-649A-4EFC-A88A-831E191CA2C7}"/>
    <dgm:cxn modelId="{9C5A6A49-E636-4682-96F6-253F1F16764A}" type="presOf" srcId="{9851DD02-F2CB-4732-8B36-6BB2D2D4CB82}" destId="{7E3CEE57-A813-425B-80CB-35C0AD96A43A}" srcOrd="0" destOrd="0" presId="urn:microsoft.com/office/officeart/2018/2/layout/IconVerticalSolidList"/>
    <dgm:cxn modelId="{1E87A481-7FE2-43CC-85D4-99B43D062DF6}" srcId="{D3AA46C5-1836-439C-B56E-D68576DAC422}" destId="{93F420D2-9378-4333-8D14-09AF516C7B24}" srcOrd="1" destOrd="0" parTransId="{A509BA2E-7F09-4B00-A235-0D876414066A}" sibTransId="{598C98F8-C29C-444B-BDB6-F55F6662A65C}"/>
    <dgm:cxn modelId="{7389F78D-2FA0-46AB-8454-49B9833BB3B3}" srcId="{D3AA46C5-1836-439C-B56E-D68576DAC422}" destId="{9851DD02-F2CB-4732-8B36-6BB2D2D4CB82}" srcOrd="0" destOrd="0" parTransId="{EAB60877-BCCB-4603-B5E9-54D4F4A6C9CA}" sibTransId="{8117841E-23A7-41D9-B028-BEEFF6420B10}"/>
    <dgm:cxn modelId="{F77B9C9C-CA6C-4B9D-A66F-A7FD3FCE8F19}" type="presOf" srcId="{D3AA46C5-1836-439C-B56E-D68576DAC422}" destId="{D8064BF0-1E2D-4016-883E-BFA0B935D84E}" srcOrd="0" destOrd="0" presId="urn:microsoft.com/office/officeart/2018/2/layout/IconVerticalSolidList"/>
    <dgm:cxn modelId="{E35E22BB-8544-48F9-88AA-01636A77B2F8}" type="presOf" srcId="{007D32BF-48EF-4D23-A140-D71FA8D1F6E9}" destId="{7B2B91A0-62DC-4073-96C5-113899187819}" srcOrd="0" destOrd="0" presId="urn:microsoft.com/office/officeart/2018/2/layout/IconVerticalSolidList"/>
    <dgm:cxn modelId="{3C2B4ACF-8F64-435B-AC2C-824B53A1AA3B}" srcId="{D3AA46C5-1836-439C-B56E-D68576DAC422}" destId="{51AEC8C3-4511-4F0E-8461-1FDEF59D9FC4}" srcOrd="3" destOrd="0" parTransId="{56000419-510B-4D3E-8A9E-64CE61E2AD4C}" sibTransId="{8FE93A55-5106-4007-BAA6-31A4EF9A34F5}"/>
    <dgm:cxn modelId="{26CCCBE9-984B-449C-B39D-1204F06839C9}" type="presParOf" srcId="{D8064BF0-1E2D-4016-883E-BFA0B935D84E}" destId="{4EB66DBF-5C80-4BD1-9A82-35B238B8ADC2}" srcOrd="0" destOrd="0" presId="urn:microsoft.com/office/officeart/2018/2/layout/IconVerticalSolidList"/>
    <dgm:cxn modelId="{4ED066E6-268F-4959-837B-20DE814A5807}" type="presParOf" srcId="{4EB66DBF-5C80-4BD1-9A82-35B238B8ADC2}" destId="{A1C92F49-2747-4418-BAA3-2BD0CB045E23}" srcOrd="0" destOrd="0" presId="urn:microsoft.com/office/officeart/2018/2/layout/IconVerticalSolidList"/>
    <dgm:cxn modelId="{DC56F46A-4770-4492-BF91-4532B9E9CFB0}" type="presParOf" srcId="{4EB66DBF-5C80-4BD1-9A82-35B238B8ADC2}" destId="{E35529FF-6BEB-41A0-8C75-DEB100133AF5}" srcOrd="1" destOrd="0" presId="urn:microsoft.com/office/officeart/2018/2/layout/IconVerticalSolidList"/>
    <dgm:cxn modelId="{C11D247C-BBFF-48C3-80FB-9447E3D1F7EE}" type="presParOf" srcId="{4EB66DBF-5C80-4BD1-9A82-35B238B8ADC2}" destId="{F23F3D21-EF6A-49D0-A952-E926CACF09C0}" srcOrd="2" destOrd="0" presId="urn:microsoft.com/office/officeart/2018/2/layout/IconVerticalSolidList"/>
    <dgm:cxn modelId="{9F0D3DFF-F2C1-4E9C-8D63-83BB0403DB94}" type="presParOf" srcId="{4EB66DBF-5C80-4BD1-9A82-35B238B8ADC2}" destId="{7E3CEE57-A813-425B-80CB-35C0AD96A43A}" srcOrd="3" destOrd="0" presId="urn:microsoft.com/office/officeart/2018/2/layout/IconVerticalSolidList"/>
    <dgm:cxn modelId="{6847DCDB-09EB-4A90-9297-C8D2C77206FE}" type="presParOf" srcId="{D8064BF0-1E2D-4016-883E-BFA0B935D84E}" destId="{D71ACBBA-8C40-4F60-B147-87A14C29EE65}" srcOrd="1" destOrd="0" presId="urn:microsoft.com/office/officeart/2018/2/layout/IconVerticalSolidList"/>
    <dgm:cxn modelId="{7C638E92-BA5E-4234-A9CA-876AF0EC2022}" type="presParOf" srcId="{D8064BF0-1E2D-4016-883E-BFA0B935D84E}" destId="{11CFAD6A-626F-47B5-A326-EDF700B85B8A}" srcOrd="2" destOrd="0" presId="urn:microsoft.com/office/officeart/2018/2/layout/IconVerticalSolidList"/>
    <dgm:cxn modelId="{2265C991-9200-4C32-920B-8F9BBD47166D}" type="presParOf" srcId="{11CFAD6A-626F-47B5-A326-EDF700B85B8A}" destId="{762225F6-5E44-4712-A58A-5304ED8A3DB8}" srcOrd="0" destOrd="0" presId="urn:microsoft.com/office/officeart/2018/2/layout/IconVerticalSolidList"/>
    <dgm:cxn modelId="{3F4BB74E-27EB-4076-95A2-64EF7F6236D1}" type="presParOf" srcId="{11CFAD6A-626F-47B5-A326-EDF700B85B8A}" destId="{33540F21-54DC-4A48-9FDD-FD071BC5E15E}" srcOrd="1" destOrd="0" presId="urn:microsoft.com/office/officeart/2018/2/layout/IconVerticalSolidList"/>
    <dgm:cxn modelId="{6403A25F-8CD8-4A0F-A3E2-3B8EA77D5CCF}" type="presParOf" srcId="{11CFAD6A-626F-47B5-A326-EDF700B85B8A}" destId="{D95A3733-0608-434E-A852-948B7B71CE85}" srcOrd="2" destOrd="0" presId="urn:microsoft.com/office/officeart/2018/2/layout/IconVerticalSolidList"/>
    <dgm:cxn modelId="{E35D3AFA-9CC2-47E3-84AC-54AF6EF36DCA}" type="presParOf" srcId="{11CFAD6A-626F-47B5-A326-EDF700B85B8A}" destId="{2FAD2525-AFD8-46F3-B0A2-FB27FF4399B4}" srcOrd="3" destOrd="0" presId="urn:microsoft.com/office/officeart/2018/2/layout/IconVerticalSolidList"/>
    <dgm:cxn modelId="{F32315F6-BCB7-4F20-8387-1698593D25C7}" type="presParOf" srcId="{D8064BF0-1E2D-4016-883E-BFA0B935D84E}" destId="{7CD54DED-181F-4A08-8682-C10A84811560}" srcOrd="3" destOrd="0" presId="urn:microsoft.com/office/officeart/2018/2/layout/IconVerticalSolidList"/>
    <dgm:cxn modelId="{132BDB88-6BAB-4E6C-84D0-0F1042ACCDB9}" type="presParOf" srcId="{D8064BF0-1E2D-4016-883E-BFA0B935D84E}" destId="{B618A5B0-BB9E-4D5E-8C62-BAB8E2932258}" srcOrd="4" destOrd="0" presId="urn:microsoft.com/office/officeart/2018/2/layout/IconVerticalSolidList"/>
    <dgm:cxn modelId="{4549C2CE-5484-4251-895E-8CC58DB20073}" type="presParOf" srcId="{B618A5B0-BB9E-4D5E-8C62-BAB8E2932258}" destId="{2BB83E1A-DAF8-449E-A3B0-977ACDEBD552}" srcOrd="0" destOrd="0" presId="urn:microsoft.com/office/officeart/2018/2/layout/IconVerticalSolidList"/>
    <dgm:cxn modelId="{1E947DAB-359C-43D8-866F-E6A228893FC6}" type="presParOf" srcId="{B618A5B0-BB9E-4D5E-8C62-BAB8E2932258}" destId="{162E7065-AB44-42B1-ABDC-69D1231D57EC}" srcOrd="1" destOrd="0" presId="urn:microsoft.com/office/officeart/2018/2/layout/IconVerticalSolidList"/>
    <dgm:cxn modelId="{BBA700E5-E3C6-4554-A161-C1071C0AD8A5}" type="presParOf" srcId="{B618A5B0-BB9E-4D5E-8C62-BAB8E2932258}" destId="{D33F1B2A-52E5-46CE-A916-37BCF225EB28}" srcOrd="2" destOrd="0" presId="urn:microsoft.com/office/officeart/2018/2/layout/IconVerticalSolidList"/>
    <dgm:cxn modelId="{5453743A-1F51-4B65-8825-E8098FD77443}" type="presParOf" srcId="{B618A5B0-BB9E-4D5E-8C62-BAB8E2932258}" destId="{7B2B91A0-62DC-4073-96C5-113899187819}" srcOrd="3" destOrd="0" presId="urn:microsoft.com/office/officeart/2018/2/layout/IconVerticalSolidList"/>
    <dgm:cxn modelId="{4D2C28EE-63E6-4311-984D-B9BAB33E37A9}" type="presParOf" srcId="{D8064BF0-1E2D-4016-883E-BFA0B935D84E}" destId="{FD0D8194-1CCC-404A-907C-C37E253B2B73}" srcOrd="5" destOrd="0" presId="urn:microsoft.com/office/officeart/2018/2/layout/IconVerticalSolidList"/>
    <dgm:cxn modelId="{931D3D55-3C04-4407-BD32-9FAAD9116648}" type="presParOf" srcId="{D8064BF0-1E2D-4016-883E-BFA0B935D84E}" destId="{C5050FF2-3DCA-4BED-A02F-88235C1DD785}" srcOrd="6" destOrd="0" presId="urn:microsoft.com/office/officeart/2018/2/layout/IconVerticalSolidList"/>
    <dgm:cxn modelId="{32340C82-A55E-4539-A251-B079699A3737}" type="presParOf" srcId="{C5050FF2-3DCA-4BED-A02F-88235C1DD785}" destId="{2F74CE3A-0A62-4B4D-98F7-83B117D0E404}" srcOrd="0" destOrd="0" presId="urn:microsoft.com/office/officeart/2018/2/layout/IconVerticalSolidList"/>
    <dgm:cxn modelId="{3DE658F0-A04B-43C9-9B5B-70E38AF40747}" type="presParOf" srcId="{C5050FF2-3DCA-4BED-A02F-88235C1DD785}" destId="{C9F7B38B-5A06-42C9-B234-C21403E872EB}" srcOrd="1" destOrd="0" presId="urn:microsoft.com/office/officeart/2018/2/layout/IconVerticalSolidList"/>
    <dgm:cxn modelId="{8AA6FA3A-43CD-44B1-A354-5AA92D6DD582}" type="presParOf" srcId="{C5050FF2-3DCA-4BED-A02F-88235C1DD785}" destId="{A75EF84B-3657-408A-AB37-8FF632BF0C10}" srcOrd="2" destOrd="0" presId="urn:microsoft.com/office/officeart/2018/2/layout/IconVerticalSolidList"/>
    <dgm:cxn modelId="{7BAF4C50-BC08-445C-B9D7-49E62DFD4B5E}" type="presParOf" srcId="{C5050FF2-3DCA-4BED-A02F-88235C1DD785}" destId="{2F697642-64E7-419F-9996-B6B798E8254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05AEF61-4465-44AE-ADBA-3FED3A62499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820DBAA0-3E8B-442D-ABF5-9404D309CAF7}">
      <dgm:prSet custT="1"/>
      <dgm:spPr/>
      <dgm:t>
        <a:bodyPr/>
        <a:lstStyle/>
        <a:p>
          <a:pPr>
            <a:lnSpc>
              <a:spcPct val="100000"/>
            </a:lnSpc>
          </a:pPr>
          <a:r>
            <a:rPr lang="en-US" sz="2000" dirty="0"/>
            <a:t>Visual and Audio Fidelity: High-quality graphics and realistic sound effects are essential for enhancing immersion. To evaluate this, we may use User Experience (UX) Testing that engages potential users in playtesting sessions and gets valuable feedback.</a:t>
          </a:r>
        </a:p>
      </dgm:t>
    </dgm:pt>
    <dgm:pt modelId="{394E4AB1-245F-4315-843B-07013B73342C}" type="parTrans" cxnId="{CD4286A4-198C-4B5F-9AF7-B1BBF7A44A43}">
      <dgm:prSet/>
      <dgm:spPr/>
      <dgm:t>
        <a:bodyPr/>
        <a:lstStyle/>
        <a:p>
          <a:endParaRPr lang="en-US"/>
        </a:p>
      </dgm:t>
    </dgm:pt>
    <dgm:pt modelId="{BB18710A-5951-4FA9-BF8D-45C003C556B3}" type="sibTrans" cxnId="{CD4286A4-198C-4B5F-9AF7-B1BBF7A44A43}">
      <dgm:prSet/>
      <dgm:spPr/>
      <dgm:t>
        <a:bodyPr/>
        <a:lstStyle/>
        <a:p>
          <a:endParaRPr lang="en-US"/>
        </a:p>
      </dgm:t>
    </dgm:pt>
    <dgm:pt modelId="{9F9846CE-877D-4FDE-9972-7E0A8EBD4C3C}">
      <dgm:prSet custT="1"/>
      <dgm:spPr/>
      <dgm:t>
        <a:bodyPr/>
        <a:lstStyle/>
        <a:p>
          <a:pPr>
            <a:lnSpc>
              <a:spcPct val="100000"/>
            </a:lnSpc>
          </a:pPr>
          <a:r>
            <a:rPr lang="en-US" sz="2000" dirty="0"/>
            <a:t>Real-Time Responsiveness: The system detects user inputs, like tapping virtual drums or cymbals, with minimal latency to ensure a seamless experience. The objective is to measure the delay between physical gestures and the corresponding visual response in the AR/MR environment.</a:t>
          </a:r>
        </a:p>
      </dgm:t>
    </dgm:pt>
    <dgm:pt modelId="{D56A640E-989E-49D0-881E-51E0007EFAA7}" type="sibTrans" cxnId="{A96D4449-09F1-482A-B074-FD0A240B9DD0}">
      <dgm:prSet/>
      <dgm:spPr/>
      <dgm:t>
        <a:bodyPr/>
        <a:lstStyle/>
        <a:p>
          <a:endParaRPr lang="en-US"/>
        </a:p>
      </dgm:t>
    </dgm:pt>
    <dgm:pt modelId="{19F2B6D0-C999-4230-BF34-4B1CA58D7432}" type="parTrans" cxnId="{A96D4449-09F1-482A-B074-FD0A240B9DD0}">
      <dgm:prSet/>
      <dgm:spPr/>
      <dgm:t>
        <a:bodyPr/>
        <a:lstStyle/>
        <a:p>
          <a:endParaRPr lang="en-US"/>
        </a:p>
      </dgm:t>
    </dgm:pt>
    <dgm:pt modelId="{E08FD1AF-C2BA-435A-9811-D8DC65C1DE3D}" type="pres">
      <dgm:prSet presAssocID="{F05AEF61-4465-44AE-ADBA-3FED3A62499F}" presName="root" presStyleCnt="0">
        <dgm:presLayoutVars>
          <dgm:dir/>
          <dgm:resizeHandles val="exact"/>
        </dgm:presLayoutVars>
      </dgm:prSet>
      <dgm:spPr/>
    </dgm:pt>
    <dgm:pt modelId="{2946BD05-D872-4D68-B9FE-E7F926A533CD}" type="pres">
      <dgm:prSet presAssocID="{9F9846CE-877D-4FDE-9972-7E0A8EBD4C3C}" presName="compNode" presStyleCnt="0"/>
      <dgm:spPr/>
    </dgm:pt>
    <dgm:pt modelId="{87AE0149-0281-4FC7-B068-57F0BAC2A224}" type="pres">
      <dgm:prSet presAssocID="{9F9846CE-877D-4FDE-9972-7E0A8EBD4C3C}"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rum Set"/>
        </a:ext>
      </dgm:extLst>
    </dgm:pt>
    <dgm:pt modelId="{BB216D62-2640-4565-A52F-94C86A50FADA}" type="pres">
      <dgm:prSet presAssocID="{9F9846CE-877D-4FDE-9972-7E0A8EBD4C3C}" presName="spaceRect" presStyleCnt="0"/>
      <dgm:spPr/>
    </dgm:pt>
    <dgm:pt modelId="{F844B3FA-54E8-4A40-8F89-667A5385B843}" type="pres">
      <dgm:prSet presAssocID="{9F9846CE-877D-4FDE-9972-7E0A8EBD4C3C}" presName="textRect" presStyleLbl="revTx" presStyleIdx="0" presStyleCnt="2" custScaleX="109889" custLinFactNeighborX="-2444" custLinFactNeighborY="-22306">
        <dgm:presLayoutVars>
          <dgm:chMax val="1"/>
          <dgm:chPref val="1"/>
        </dgm:presLayoutVars>
      </dgm:prSet>
      <dgm:spPr/>
    </dgm:pt>
    <dgm:pt modelId="{64FB2ECF-7BC4-4348-B338-D92D628BF296}" type="pres">
      <dgm:prSet presAssocID="{D56A640E-989E-49D0-881E-51E0007EFAA7}" presName="sibTrans" presStyleCnt="0"/>
      <dgm:spPr/>
    </dgm:pt>
    <dgm:pt modelId="{130151AD-D1FE-4E6E-9AF1-79E7222DD72A}" type="pres">
      <dgm:prSet presAssocID="{820DBAA0-3E8B-442D-ABF5-9404D309CAF7}" presName="compNode" presStyleCnt="0"/>
      <dgm:spPr/>
    </dgm:pt>
    <dgm:pt modelId="{0694142F-2C25-49DB-A63E-8F00CAD2C68A}" type="pres">
      <dgm:prSet presAssocID="{820DBAA0-3E8B-442D-ABF5-9404D309CAF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耳机"/>
        </a:ext>
      </dgm:extLst>
    </dgm:pt>
    <dgm:pt modelId="{03826E97-97D3-47C8-8645-E8EB25F3CC46}" type="pres">
      <dgm:prSet presAssocID="{820DBAA0-3E8B-442D-ABF5-9404D309CAF7}" presName="spaceRect" presStyleCnt="0"/>
      <dgm:spPr/>
    </dgm:pt>
    <dgm:pt modelId="{402DFADC-4507-44C9-9E8E-F5E6DA9A8988}" type="pres">
      <dgm:prSet presAssocID="{820DBAA0-3E8B-442D-ABF5-9404D309CAF7}" presName="textRect" presStyleLbl="revTx" presStyleIdx="1" presStyleCnt="2" custLinFactNeighborX="1304" custLinFactNeighborY="-21776">
        <dgm:presLayoutVars>
          <dgm:chMax val="1"/>
          <dgm:chPref val="1"/>
        </dgm:presLayoutVars>
      </dgm:prSet>
      <dgm:spPr/>
    </dgm:pt>
  </dgm:ptLst>
  <dgm:cxnLst>
    <dgm:cxn modelId="{60DC0F20-F57A-48EF-A52D-0FF7A354B373}" type="presOf" srcId="{F05AEF61-4465-44AE-ADBA-3FED3A62499F}" destId="{E08FD1AF-C2BA-435A-9811-D8DC65C1DE3D}" srcOrd="0" destOrd="0" presId="urn:microsoft.com/office/officeart/2018/2/layout/IconLabelList"/>
    <dgm:cxn modelId="{A96D4449-09F1-482A-B074-FD0A240B9DD0}" srcId="{F05AEF61-4465-44AE-ADBA-3FED3A62499F}" destId="{9F9846CE-877D-4FDE-9972-7E0A8EBD4C3C}" srcOrd="0" destOrd="0" parTransId="{19F2B6D0-C999-4230-BF34-4B1CA58D7432}" sibTransId="{D56A640E-989E-49D0-881E-51E0007EFAA7}"/>
    <dgm:cxn modelId="{1C62754D-D80C-4A74-B178-D7444A872B6A}" type="presOf" srcId="{9F9846CE-877D-4FDE-9972-7E0A8EBD4C3C}" destId="{F844B3FA-54E8-4A40-8F89-667A5385B843}" srcOrd="0" destOrd="0" presId="urn:microsoft.com/office/officeart/2018/2/layout/IconLabelList"/>
    <dgm:cxn modelId="{CD4286A4-198C-4B5F-9AF7-B1BBF7A44A43}" srcId="{F05AEF61-4465-44AE-ADBA-3FED3A62499F}" destId="{820DBAA0-3E8B-442D-ABF5-9404D309CAF7}" srcOrd="1" destOrd="0" parTransId="{394E4AB1-245F-4315-843B-07013B73342C}" sibTransId="{BB18710A-5951-4FA9-BF8D-45C003C556B3}"/>
    <dgm:cxn modelId="{39E560B7-1757-4C2B-B396-9FDC5BEFD55C}" type="presOf" srcId="{820DBAA0-3E8B-442D-ABF5-9404D309CAF7}" destId="{402DFADC-4507-44C9-9E8E-F5E6DA9A8988}" srcOrd="0" destOrd="0" presId="urn:microsoft.com/office/officeart/2018/2/layout/IconLabelList"/>
    <dgm:cxn modelId="{A4ADD846-EDE1-42F7-A87D-84777DE83EE3}" type="presParOf" srcId="{E08FD1AF-C2BA-435A-9811-D8DC65C1DE3D}" destId="{2946BD05-D872-4D68-B9FE-E7F926A533CD}" srcOrd="0" destOrd="0" presId="urn:microsoft.com/office/officeart/2018/2/layout/IconLabelList"/>
    <dgm:cxn modelId="{91B3B8B6-8B37-4C7F-B4AA-E6780B5706C1}" type="presParOf" srcId="{2946BD05-D872-4D68-B9FE-E7F926A533CD}" destId="{87AE0149-0281-4FC7-B068-57F0BAC2A224}" srcOrd="0" destOrd="0" presId="urn:microsoft.com/office/officeart/2018/2/layout/IconLabelList"/>
    <dgm:cxn modelId="{495D3906-7424-44B5-B678-BDF8D3AC7645}" type="presParOf" srcId="{2946BD05-D872-4D68-B9FE-E7F926A533CD}" destId="{BB216D62-2640-4565-A52F-94C86A50FADA}" srcOrd="1" destOrd="0" presId="urn:microsoft.com/office/officeart/2018/2/layout/IconLabelList"/>
    <dgm:cxn modelId="{6DCBBDB3-E925-475E-845C-315642BB7C17}" type="presParOf" srcId="{2946BD05-D872-4D68-B9FE-E7F926A533CD}" destId="{F844B3FA-54E8-4A40-8F89-667A5385B843}" srcOrd="2" destOrd="0" presId="urn:microsoft.com/office/officeart/2018/2/layout/IconLabelList"/>
    <dgm:cxn modelId="{172FAF10-0219-47DB-B248-0DBB7DDD503E}" type="presParOf" srcId="{E08FD1AF-C2BA-435A-9811-D8DC65C1DE3D}" destId="{64FB2ECF-7BC4-4348-B338-D92D628BF296}" srcOrd="1" destOrd="0" presId="urn:microsoft.com/office/officeart/2018/2/layout/IconLabelList"/>
    <dgm:cxn modelId="{2BD547C5-AC82-45F1-821C-10CB8FF730F0}" type="presParOf" srcId="{E08FD1AF-C2BA-435A-9811-D8DC65C1DE3D}" destId="{130151AD-D1FE-4E6E-9AF1-79E7222DD72A}" srcOrd="2" destOrd="0" presId="urn:microsoft.com/office/officeart/2018/2/layout/IconLabelList"/>
    <dgm:cxn modelId="{0B2A4945-0DC3-472E-98F3-7B127C03BF39}" type="presParOf" srcId="{130151AD-D1FE-4E6E-9AF1-79E7222DD72A}" destId="{0694142F-2C25-49DB-A63E-8F00CAD2C68A}" srcOrd="0" destOrd="0" presId="urn:microsoft.com/office/officeart/2018/2/layout/IconLabelList"/>
    <dgm:cxn modelId="{D785D4D1-48AC-444A-9360-AB45DD391FE8}" type="presParOf" srcId="{130151AD-D1FE-4E6E-9AF1-79E7222DD72A}" destId="{03826E97-97D3-47C8-8645-E8EB25F3CC46}" srcOrd="1" destOrd="0" presId="urn:microsoft.com/office/officeart/2018/2/layout/IconLabelList"/>
    <dgm:cxn modelId="{53E39B94-574A-42AF-97AB-7D4085F0A138}" type="presParOf" srcId="{130151AD-D1FE-4E6E-9AF1-79E7222DD72A}" destId="{402DFADC-4507-44C9-9E8E-F5E6DA9A898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0737607-992B-4E28-AD06-786D17740ADB}" type="doc">
      <dgm:prSet loTypeId="urn:microsoft.com/office/officeart/2018/2/layout/IconCircleList" loCatId="icon" qsTypeId="urn:microsoft.com/office/officeart/2005/8/quickstyle/simple1" qsCatId="simple" csTypeId="urn:microsoft.com/office/officeart/2018/5/colors/Iconchunking_neutralbg_accent1_2" csCatId="accent1" phldr="1"/>
      <dgm:spPr/>
      <dgm:t>
        <a:bodyPr/>
        <a:lstStyle/>
        <a:p>
          <a:endParaRPr lang="en-US"/>
        </a:p>
      </dgm:t>
    </dgm:pt>
    <dgm:pt modelId="{86F1B57A-98D2-4261-B32B-39FBEFB7ED6E}">
      <dgm:prSet custT="1"/>
      <dgm:spPr/>
      <dgm:t>
        <a:bodyPr/>
        <a:lstStyle/>
        <a:p>
          <a:r>
            <a:rPr lang="en-US" sz="2200" dirty="0"/>
            <a:t>Add more drums and sounds</a:t>
          </a:r>
        </a:p>
      </dgm:t>
    </dgm:pt>
    <dgm:pt modelId="{DAF53D0E-8E9F-4CF3-9EDF-746B442B598F}" type="parTrans" cxnId="{97E28CB5-6322-42B8-BB84-7026734CEADA}">
      <dgm:prSet/>
      <dgm:spPr/>
      <dgm:t>
        <a:bodyPr/>
        <a:lstStyle/>
        <a:p>
          <a:endParaRPr lang="en-US"/>
        </a:p>
      </dgm:t>
    </dgm:pt>
    <dgm:pt modelId="{BF056B62-1CF1-4C21-8BC4-591A469F3B13}" type="sibTrans" cxnId="{97E28CB5-6322-42B8-BB84-7026734CEADA}">
      <dgm:prSet/>
      <dgm:spPr/>
      <dgm:t>
        <a:bodyPr/>
        <a:lstStyle/>
        <a:p>
          <a:endParaRPr lang="en-US"/>
        </a:p>
      </dgm:t>
    </dgm:pt>
    <dgm:pt modelId="{DAF7998C-8C65-49AB-AE87-FA29354130EF}">
      <dgm:prSet custT="1"/>
      <dgm:spPr/>
      <dgm:t>
        <a:bodyPr/>
        <a:lstStyle/>
        <a:p>
          <a:r>
            <a:rPr lang="en-US" sz="2200" dirty="0"/>
            <a:t>Add particle effects when drum</a:t>
          </a:r>
          <a:r>
            <a:rPr lang="fr-FR" sz="2200" dirty="0"/>
            <a:t>s are hit</a:t>
          </a:r>
          <a:endParaRPr lang="en-US" sz="2200" dirty="0"/>
        </a:p>
      </dgm:t>
    </dgm:pt>
    <dgm:pt modelId="{4EC861C0-F1E0-440A-827F-E77A8F291731}" type="parTrans" cxnId="{E0DA300B-CE2D-4095-B99D-31E80BD43450}">
      <dgm:prSet/>
      <dgm:spPr/>
      <dgm:t>
        <a:bodyPr/>
        <a:lstStyle/>
        <a:p>
          <a:endParaRPr lang="en-US"/>
        </a:p>
      </dgm:t>
    </dgm:pt>
    <dgm:pt modelId="{DFA6ED40-58C1-459A-BCC5-023AF60D582A}" type="sibTrans" cxnId="{E0DA300B-CE2D-4095-B99D-31E80BD43450}">
      <dgm:prSet/>
      <dgm:spPr/>
      <dgm:t>
        <a:bodyPr/>
        <a:lstStyle/>
        <a:p>
          <a:endParaRPr lang="en-US"/>
        </a:p>
      </dgm:t>
    </dgm:pt>
    <dgm:pt modelId="{50C80B26-D53D-425D-AC5E-81C513B1FB49}">
      <dgm:prSet custT="1"/>
      <dgm:spPr/>
      <dgm:t>
        <a:bodyPr/>
        <a:lstStyle/>
        <a:p>
          <a:r>
            <a:rPr lang="fr-FR" sz="2200" dirty="0"/>
            <a:t>Add music scores that users can play to</a:t>
          </a:r>
          <a:endParaRPr lang="en-US" sz="2200" dirty="0"/>
        </a:p>
      </dgm:t>
    </dgm:pt>
    <dgm:pt modelId="{AE8CD3C2-D38F-4F31-9A1E-420DA2989B24}" type="parTrans" cxnId="{C8B9D5DD-65CD-4063-8284-37FCE13BC668}">
      <dgm:prSet/>
      <dgm:spPr/>
      <dgm:t>
        <a:bodyPr/>
        <a:lstStyle/>
        <a:p>
          <a:endParaRPr lang="en-US"/>
        </a:p>
      </dgm:t>
    </dgm:pt>
    <dgm:pt modelId="{5C4F5775-2A63-447F-8620-2FE7860196ED}" type="sibTrans" cxnId="{C8B9D5DD-65CD-4063-8284-37FCE13BC668}">
      <dgm:prSet/>
      <dgm:spPr/>
      <dgm:t>
        <a:bodyPr/>
        <a:lstStyle/>
        <a:p>
          <a:endParaRPr lang="en-US"/>
        </a:p>
      </dgm:t>
    </dgm:pt>
    <dgm:pt modelId="{67C103D4-B4A5-4D3E-93D1-C225A1B4D4C2}" type="pres">
      <dgm:prSet presAssocID="{70737607-992B-4E28-AD06-786D17740ADB}" presName="root" presStyleCnt="0">
        <dgm:presLayoutVars>
          <dgm:dir/>
          <dgm:resizeHandles val="exact"/>
        </dgm:presLayoutVars>
      </dgm:prSet>
      <dgm:spPr/>
    </dgm:pt>
    <dgm:pt modelId="{B41BCEC9-AF47-49F7-AD49-D6D62151D798}" type="pres">
      <dgm:prSet presAssocID="{70737607-992B-4E28-AD06-786D17740ADB}" presName="container" presStyleCnt="0">
        <dgm:presLayoutVars>
          <dgm:dir/>
          <dgm:resizeHandles val="exact"/>
        </dgm:presLayoutVars>
      </dgm:prSet>
      <dgm:spPr/>
    </dgm:pt>
    <dgm:pt modelId="{DBC5E03E-EB74-47E1-94D6-EDAE6A6DA1A7}" type="pres">
      <dgm:prSet presAssocID="{86F1B57A-98D2-4261-B32B-39FBEFB7ED6E}" presName="compNode" presStyleCnt="0"/>
      <dgm:spPr/>
    </dgm:pt>
    <dgm:pt modelId="{15E84E89-23C0-4A4F-8DA7-C56739774BF1}" type="pres">
      <dgm:prSet presAssocID="{86F1B57A-98D2-4261-B32B-39FBEFB7ED6E}" presName="iconBgRect" presStyleLbl="bgShp" presStyleIdx="0" presStyleCnt="3"/>
      <dgm:spPr/>
    </dgm:pt>
    <dgm:pt modelId="{BE0F00D1-6FA6-4E46-8F7D-A241A91D86F9}" type="pres">
      <dgm:prSet presAssocID="{86F1B57A-98D2-4261-B32B-39FBEFB7ED6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音乐"/>
        </a:ext>
      </dgm:extLst>
    </dgm:pt>
    <dgm:pt modelId="{A080098C-6EBF-4A9E-B707-6AB50EEDA300}" type="pres">
      <dgm:prSet presAssocID="{86F1B57A-98D2-4261-B32B-39FBEFB7ED6E}" presName="spaceRect" presStyleCnt="0"/>
      <dgm:spPr/>
    </dgm:pt>
    <dgm:pt modelId="{2BFBDA27-54BA-455E-9DC7-399ECD7BFEFD}" type="pres">
      <dgm:prSet presAssocID="{86F1B57A-98D2-4261-B32B-39FBEFB7ED6E}" presName="textRect" presStyleLbl="revTx" presStyleIdx="0" presStyleCnt="3">
        <dgm:presLayoutVars>
          <dgm:chMax val="1"/>
          <dgm:chPref val="1"/>
        </dgm:presLayoutVars>
      </dgm:prSet>
      <dgm:spPr/>
    </dgm:pt>
    <dgm:pt modelId="{ED134B76-E963-4094-8844-B037AA631382}" type="pres">
      <dgm:prSet presAssocID="{BF056B62-1CF1-4C21-8BC4-591A469F3B13}" presName="sibTrans" presStyleLbl="sibTrans2D1" presStyleIdx="0" presStyleCnt="0"/>
      <dgm:spPr/>
    </dgm:pt>
    <dgm:pt modelId="{6A1E393A-37E9-4F9B-8FCB-0FD013E1B36E}" type="pres">
      <dgm:prSet presAssocID="{DAF7998C-8C65-49AB-AE87-FA29354130EF}" presName="compNode" presStyleCnt="0"/>
      <dgm:spPr/>
    </dgm:pt>
    <dgm:pt modelId="{01EA9649-0F90-41E2-A807-CC572400A974}" type="pres">
      <dgm:prSet presAssocID="{DAF7998C-8C65-49AB-AE87-FA29354130EF}" presName="iconBgRect" presStyleLbl="bgShp" presStyleIdx="1" presStyleCnt="3"/>
      <dgm:spPr/>
    </dgm:pt>
    <dgm:pt modelId="{13AD0083-C9AE-44DD-9C61-8392BE56263E}" type="pres">
      <dgm:prSet presAssocID="{DAF7998C-8C65-49AB-AE87-FA29354130E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原子"/>
        </a:ext>
      </dgm:extLst>
    </dgm:pt>
    <dgm:pt modelId="{3FDEF666-E505-40C6-9D28-5A3B54A823EA}" type="pres">
      <dgm:prSet presAssocID="{DAF7998C-8C65-49AB-AE87-FA29354130EF}" presName="spaceRect" presStyleCnt="0"/>
      <dgm:spPr/>
    </dgm:pt>
    <dgm:pt modelId="{C46BF85A-D491-40EA-AC0F-7763EF31B873}" type="pres">
      <dgm:prSet presAssocID="{DAF7998C-8C65-49AB-AE87-FA29354130EF}" presName="textRect" presStyleLbl="revTx" presStyleIdx="1" presStyleCnt="3">
        <dgm:presLayoutVars>
          <dgm:chMax val="1"/>
          <dgm:chPref val="1"/>
        </dgm:presLayoutVars>
      </dgm:prSet>
      <dgm:spPr/>
    </dgm:pt>
    <dgm:pt modelId="{C5DA7831-B8CC-44DC-8523-B3A61BDDBAE1}" type="pres">
      <dgm:prSet presAssocID="{DFA6ED40-58C1-459A-BCC5-023AF60D582A}" presName="sibTrans" presStyleLbl="sibTrans2D1" presStyleIdx="0" presStyleCnt="0"/>
      <dgm:spPr/>
    </dgm:pt>
    <dgm:pt modelId="{A9806867-E343-4206-8322-C3B5C2E0E7C1}" type="pres">
      <dgm:prSet presAssocID="{50C80B26-D53D-425D-AC5E-81C513B1FB49}" presName="compNode" presStyleCnt="0"/>
      <dgm:spPr/>
    </dgm:pt>
    <dgm:pt modelId="{9EFB80A3-C96B-486A-9EBC-00F85BB04AEC}" type="pres">
      <dgm:prSet presAssocID="{50C80B26-D53D-425D-AC5E-81C513B1FB49}" presName="iconBgRect" presStyleLbl="bgShp" presStyleIdx="2" presStyleCnt="3"/>
      <dgm:spPr/>
    </dgm:pt>
    <dgm:pt modelId="{3E4C681B-D0CD-4F7E-A4A8-0C2640724A28}" type="pres">
      <dgm:prSet presAssocID="{50C80B26-D53D-425D-AC5E-81C513B1FB4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耳机"/>
        </a:ext>
      </dgm:extLst>
    </dgm:pt>
    <dgm:pt modelId="{ACF160BB-6147-4D61-885A-7CDD2D49957C}" type="pres">
      <dgm:prSet presAssocID="{50C80B26-D53D-425D-AC5E-81C513B1FB49}" presName="spaceRect" presStyleCnt="0"/>
      <dgm:spPr/>
    </dgm:pt>
    <dgm:pt modelId="{DF6AE567-88E7-4BC2-A7FE-82B2AE84F571}" type="pres">
      <dgm:prSet presAssocID="{50C80B26-D53D-425D-AC5E-81C513B1FB49}" presName="textRect" presStyleLbl="revTx" presStyleIdx="2" presStyleCnt="3">
        <dgm:presLayoutVars>
          <dgm:chMax val="1"/>
          <dgm:chPref val="1"/>
        </dgm:presLayoutVars>
      </dgm:prSet>
      <dgm:spPr/>
    </dgm:pt>
  </dgm:ptLst>
  <dgm:cxnLst>
    <dgm:cxn modelId="{E0DA300B-CE2D-4095-B99D-31E80BD43450}" srcId="{70737607-992B-4E28-AD06-786D17740ADB}" destId="{DAF7998C-8C65-49AB-AE87-FA29354130EF}" srcOrd="1" destOrd="0" parTransId="{4EC861C0-F1E0-440A-827F-E77A8F291731}" sibTransId="{DFA6ED40-58C1-459A-BCC5-023AF60D582A}"/>
    <dgm:cxn modelId="{C7F3504D-7CCE-457A-87C4-D9F2252CA74C}" type="presOf" srcId="{50C80B26-D53D-425D-AC5E-81C513B1FB49}" destId="{DF6AE567-88E7-4BC2-A7FE-82B2AE84F571}" srcOrd="0" destOrd="0" presId="urn:microsoft.com/office/officeart/2018/2/layout/IconCircleList"/>
    <dgm:cxn modelId="{F9A945AF-5315-4EB4-9ABD-E888FA9C3EA6}" type="presOf" srcId="{BF056B62-1CF1-4C21-8BC4-591A469F3B13}" destId="{ED134B76-E963-4094-8844-B037AA631382}" srcOrd="0" destOrd="0" presId="urn:microsoft.com/office/officeart/2018/2/layout/IconCircleList"/>
    <dgm:cxn modelId="{97E28CB5-6322-42B8-BB84-7026734CEADA}" srcId="{70737607-992B-4E28-AD06-786D17740ADB}" destId="{86F1B57A-98D2-4261-B32B-39FBEFB7ED6E}" srcOrd="0" destOrd="0" parTransId="{DAF53D0E-8E9F-4CF3-9EDF-746B442B598F}" sibTransId="{BF056B62-1CF1-4C21-8BC4-591A469F3B13}"/>
    <dgm:cxn modelId="{735B99B5-B8B2-4DCF-895E-0CBA939659BF}" type="presOf" srcId="{86F1B57A-98D2-4261-B32B-39FBEFB7ED6E}" destId="{2BFBDA27-54BA-455E-9DC7-399ECD7BFEFD}" srcOrd="0" destOrd="0" presId="urn:microsoft.com/office/officeart/2018/2/layout/IconCircleList"/>
    <dgm:cxn modelId="{C8B9D5DD-65CD-4063-8284-37FCE13BC668}" srcId="{70737607-992B-4E28-AD06-786D17740ADB}" destId="{50C80B26-D53D-425D-AC5E-81C513B1FB49}" srcOrd="2" destOrd="0" parTransId="{AE8CD3C2-D38F-4F31-9A1E-420DA2989B24}" sibTransId="{5C4F5775-2A63-447F-8620-2FE7860196ED}"/>
    <dgm:cxn modelId="{553391E2-7948-4C9D-B72B-1BA360E88804}" type="presOf" srcId="{DAF7998C-8C65-49AB-AE87-FA29354130EF}" destId="{C46BF85A-D491-40EA-AC0F-7763EF31B873}" srcOrd="0" destOrd="0" presId="urn:microsoft.com/office/officeart/2018/2/layout/IconCircleList"/>
    <dgm:cxn modelId="{AC6551EB-EBAA-4587-951E-D69B58BD049C}" type="presOf" srcId="{DFA6ED40-58C1-459A-BCC5-023AF60D582A}" destId="{C5DA7831-B8CC-44DC-8523-B3A61BDDBAE1}" srcOrd="0" destOrd="0" presId="urn:microsoft.com/office/officeart/2018/2/layout/IconCircleList"/>
    <dgm:cxn modelId="{125DC1FB-10BC-4028-BC87-3D1840299989}" type="presOf" srcId="{70737607-992B-4E28-AD06-786D17740ADB}" destId="{67C103D4-B4A5-4D3E-93D1-C225A1B4D4C2}" srcOrd="0" destOrd="0" presId="urn:microsoft.com/office/officeart/2018/2/layout/IconCircleList"/>
    <dgm:cxn modelId="{36E90FA4-55D9-4C5B-89F9-A61C885F0B52}" type="presParOf" srcId="{67C103D4-B4A5-4D3E-93D1-C225A1B4D4C2}" destId="{B41BCEC9-AF47-49F7-AD49-D6D62151D798}" srcOrd="0" destOrd="0" presId="urn:microsoft.com/office/officeart/2018/2/layout/IconCircleList"/>
    <dgm:cxn modelId="{B0BA18D2-9E99-43F4-8DA4-6112452D4C1B}" type="presParOf" srcId="{B41BCEC9-AF47-49F7-AD49-D6D62151D798}" destId="{DBC5E03E-EB74-47E1-94D6-EDAE6A6DA1A7}" srcOrd="0" destOrd="0" presId="urn:microsoft.com/office/officeart/2018/2/layout/IconCircleList"/>
    <dgm:cxn modelId="{8BCBE620-A0CF-4B0F-B9E6-5D88FD0C2557}" type="presParOf" srcId="{DBC5E03E-EB74-47E1-94D6-EDAE6A6DA1A7}" destId="{15E84E89-23C0-4A4F-8DA7-C56739774BF1}" srcOrd="0" destOrd="0" presId="urn:microsoft.com/office/officeart/2018/2/layout/IconCircleList"/>
    <dgm:cxn modelId="{F9B0E67D-ABB3-4B91-9D67-E15935DD6716}" type="presParOf" srcId="{DBC5E03E-EB74-47E1-94D6-EDAE6A6DA1A7}" destId="{BE0F00D1-6FA6-4E46-8F7D-A241A91D86F9}" srcOrd="1" destOrd="0" presId="urn:microsoft.com/office/officeart/2018/2/layout/IconCircleList"/>
    <dgm:cxn modelId="{1161E6C5-2652-4C18-B975-F625FB4B26BD}" type="presParOf" srcId="{DBC5E03E-EB74-47E1-94D6-EDAE6A6DA1A7}" destId="{A080098C-6EBF-4A9E-B707-6AB50EEDA300}" srcOrd="2" destOrd="0" presId="urn:microsoft.com/office/officeart/2018/2/layout/IconCircleList"/>
    <dgm:cxn modelId="{952A8059-DC15-4E92-97C4-27AE5DEB18B8}" type="presParOf" srcId="{DBC5E03E-EB74-47E1-94D6-EDAE6A6DA1A7}" destId="{2BFBDA27-54BA-455E-9DC7-399ECD7BFEFD}" srcOrd="3" destOrd="0" presId="urn:microsoft.com/office/officeart/2018/2/layout/IconCircleList"/>
    <dgm:cxn modelId="{ADE90619-00BC-48EA-870E-218F47F028D7}" type="presParOf" srcId="{B41BCEC9-AF47-49F7-AD49-D6D62151D798}" destId="{ED134B76-E963-4094-8844-B037AA631382}" srcOrd="1" destOrd="0" presId="urn:microsoft.com/office/officeart/2018/2/layout/IconCircleList"/>
    <dgm:cxn modelId="{CF315963-1774-4E9F-B910-8EE1EEA11A33}" type="presParOf" srcId="{B41BCEC9-AF47-49F7-AD49-D6D62151D798}" destId="{6A1E393A-37E9-4F9B-8FCB-0FD013E1B36E}" srcOrd="2" destOrd="0" presId="urn:microsoft.com/office/officeart/2018/2/layout/IconCircleList"/>
    <dgm:cxn modelId="{553CEED8-D70F-400F-98D2-3422B7D6CDB0}" type="presParOf" srcId="{6A1E393A-37E9-4F9B-8FCB-0FD013E1B36E}" destId="{01EA9649-0F90-41E2-A807-CC572400A974}" srcOrd="0" destOrd="0" presId="urn:microsoft.com/office/officeart/2018/2/layout/IconCircleList"/>
    <dgm:cxn modelId="{CEF86F03-6015-47DA-825E-C280CCA5ABBB}" type="presParOf" srcId="{6A1E393A-37E9-4F9B-8FCB-0FD013E1B36E}" destId="{13AD0083-C9AE-44DD-9C61-8392BE56263E}" srcOrd="1" destOrd="0" presId="urn:microsoft.com/office/officeart/2018/2/layout/IconCircleList"/>
    <dgm:cxn modelId="{D7901DA8-37EE-4E01-B741-7B7F1753FE3D}" type="presParOf" srcId="{6A1E393A-37E9-4F9B-8FCB-0FD013E1B36E}" destId="{3FDEF666-E505-40C6-9D28-5A3B54A823EA}" srcOrd="2" destOrd="0" presId="urn:microsoft.com/office/officeart/2018/2/layout/IconCircleList"/>
    <dgm:cxn modelId="{186092D3-B68C-4C69-BA15-3FCA58D88835}" type="presParOf" srcId="{6A1E393A-37E9-4F9B-8FCB-0FD013E1B36E}" destId="{C46BF85A-D491-40EA-AC0F-7763EF31B873}" srcOrd="3" destOrd="0" presId="urn:microsoft.com/office/officeart/2018/2/layout/IconCircleList"/>
    <dgm:cxn modelId="{A9B85500-992D-4B54-BE02-3E55468947A3}" type="presParOf" srcId="{B41BCEC9-AF47-49F7-AD49-D6D62151D798}" destId="{C5DA7831-B8CC-44DC-8523-B3A61BDDBAE1}" srcOrd="3" destOrd="0" presId="urn:microsoft.com/office/officeart/2018/2/layout/IconCircleList"/>
    <dgm:cxn modelId="{6E669CA4-76D1-4E9C-AB65-54EE12508E84}" type="presParOf" srcId="{B41BCEC9-AF47-49F7-AD49-D6D62151D798}" destId="{A9806867-E343-4206-8322-C3B5C2E0E7C1}" srcOrd="4" destOrd="0" presId="urn:microsoft.com/office/officeart/2018/2/layout/IconCircleList"/>
    <dgm:cxn modelId="{5C60B976-2C06-47D0-B1C2-DA8A0FF7BEE9}" type="presParOf" srcId="{A9806867-E343-4206-8322-C3B5C2E0E7C1}" destId="{9EFB80A3-C96B-486A-9EBC-00F85BB04AEC}" srcOrd="0" destOrd="0" presId="urn:microsoft.com/office/officeart/2018/2/layout/IconCircleList"/>
    <dgm:cxn modelId="{4DB94B90-48CB-494E-A0C5-E9F9E890965D}" type="presParOf" srcId="{A9806867-E343-4206-8322-C3B5C2E0E7C1}" destId="{3E4C681B-D0CD-4F7E-A4A8-0C2640724A28}" srcOrd="1" destOrd="0" presId="urn:microsoft.com/office/officeart/2018/2/layout/IconCircleList"/>
    <dgm:cxn modelId="{0FEDD787-A7A8-48A2-AB86-DA897E5FF50A}" type="presParOf" srcId="{A9806867-E343-4206-8322-C3B5C2E0E7C1}" destId="{ACF160BB-6147-4D61-885A-7CDD2D49957C}" srcOrd="2" destOrd="0" presId="urn:microsoft.com/office/officeart/2018/2/layout/IconCircleList"/>
    <dgm:cxn modelId="{EA3AEE4D-6D9B-4D0E-9CEC-F58E573FF057}" type="presParOf" srcId="{A9806867-E343-4206-8322-C3B5C2E0E7C1}" destId="{DF6AE567-88E7-4BC2-A7FE-82B2AE84F571}"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478E1F-8190-402C-9A1A-D769B2638F3A}">
      <dsp:nvSpPr>
        <dsp:cNvPr id="0" name=""/>
        <dsp:cNvSpPr/>
      </dsp:nvSpPr>
      <dsp:spPr>
        <a:xfrm>
          <a:off x="2636675" y="72467"/>
          <a:ext cx="1270687" cy="12706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5D51347-309F-4FE4-8F7F-5C0E46395979}">
      <dsp:nvSpPr>
        <dsp:cNvPr id="0" name=""/>
        <dsp:cNvSpPr/>
      </dsp:nvSpPr>
      <dsp:spPr>
        <a:xfrm>
          <a:off x="1611188" y="1851216"/>
          <a:ext cx="3321661" cy="1606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Virtual Reality (VR) and Augmented Reality (AR) are transforming digital music experiences by offering immersive and interactive performance environments. </a:t>
          </a:r>
        </a:p>
      </dsp:txBody>
      <dsp:txXfrm>
        <a:off x="1611188" y="1851216"/>
        <a:ext cx="3321661" cy="1606820"/>
      </dsp:txXfrm>
    </dsp:sp>
    <dsp:sp modelId="{B564DFB4-5F29-40A0-A19A-52A84BD66FBC}">
      <dsp:nvSpPr>
        <dsp:cNvPr id="0" name=""/>
        <dsp:cNvSpPr/>
      </dsp:nvSpPr>
      <dsp:spPr>
        <a:xfrm>
          <a:off x="6966656" y="72467"/>
          <a:ext cx="1270687" cy="12706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8C49AF-4C8C-4974-84C5-E39DFD7632FC}">
      <dsp:nvSpPr>
        <dsp:cNvPr id="0" name=""/>
        <dsp:cNvSpPr/>
      </dsp:nvSpPr>
      <dsp:spPr>
        <a:xfrm>
          <a:off x="5427006" y="1851216"/>
          <a:ext cx="4349986" cy="1606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This project is an AR/MR drumming game. Gamers can place the virtual drum set in the real world and interact with it by holding virtual drumsticks with their hands. It provides a more fun and imaginative experience that goes beyond the real world. </a:t>
          </a:r>
        </a:p>
      </dsp:txBody>
      <dsp:txXfrm>
        <a:off x="5427006" y="1851216"/>
        <a:ext cx="4349986" cy="16068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68942E-219C-4563-8EFA-58B2BBA3364C}">
      <dsp:nvSpPr>
        <dsp:cNvPr id="0" name=""/>
        <dsp:cNvSpPr/>
      </dsp:nvSpPr>
      <dsp:spPr>
        <a:xfrm>
          <a:off x="32158" y="628788"/>
          <a:ext cx="1476690" cy="14766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20322E-5A42-4BFC-A76C-97E34D846FB9}">
      <dsp:nvSpPr>
        <dsp:cNvPr id="0" name=""/>
        <dsp:cNvSpPr/>
      </dsp:nvSpPr>
      <dsp:spPr>
        <a:xfrm>
          <a:off x="342263" y="938893"/>
          <a:ext cx="856480" cy="85648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6202FE-682F-4E8B-9AC8-22734A2AB74A}">
      <dsp:nvSpPr>
        <dsp:cNvPr id="0" name=""/>
        <dsp:cNvSpPr/>
      </dsp:nvSpPr>
      <dsp:spPr>
        <a:xfrm>
          <a:off x="1825283" y="628788"/>
          <a:ext cx="3480771" cy="1476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zh-CN" sz="2400" b="0" i="0" kern="1200" baseline="0" dirty="0"/>
            <a:t>Simulating real-world drumming experiences with </a:t>
          </a:r>
          <a:r>
            <a:rPr lang="zh-CN" sz="2400" b="1" i="0" kern="1200" baseline="0" dirty="0"/>
            <a:t>virtual drum kits</a:t>
          </a:r>
          <a:r>
            <a:rPr lang="zh-CN" sz="2400" b="0" i="0" kern="1200" baseline="0" dirty="0"/>
            <a:t>.</a:t>
          </a:r>
          <a:endParaRPr lang="en-US" sz="2400" kern="1200" dirty="0"/>
        </a:p>
      </dsp:txBody>
      <dsp:txXfrm>
        <a:off x="1825283" y="628788"/>
        <a:ext cx="3480771" cy="1476690"/>
      </dsp:txXfrm>
    </dsp:sp>
    <dsp:sp modelId="{A62D000D-2051-4D9C-B674-B51B61FF06BD}">
      <dsp:nvSpPr>
        <dsp:cNvPr id="0" name=""/>
        <dsp:cNvSpPr/>
      </dsp:nvSpPr>
      <dsp:spPr>
        <a:xfrm>
          <a:off x="5912552" y="628788"/>
          <a:ext cx="1476690" cy="14766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7EE6E7-7F75-4E06-A585-5673608D6628}">
      <dsp:nvSpPr>
        <dsp:cNvPr id="0" name=""/>
        <dsp:cNvSpPr/>
      </dsp:nvSpPr>
      <dsp:spPr>
        <a:xfrm>
          <a:off x="6222657" y="938893"/>
          <a:ext cx="856480" cy="85648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F13010-2CF2-4C00-9B08-9974124AFDAF}">
      <dsp:nvSpPr>
        <dsp:cNvPr id="0" name=""/>
        <dsp:cNvSpPr/>
      </dsp:nvSpPr>
      <dsp:spPr>
        <a:xfrm>
          <a:off x="7705677" y="628788"/>
          <a:ext cx="3480771" cy="1476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zh-CN" sz="2400" b="0" i="0" kern="1200" baseline="0" dirty="0"/>
            <a:t>Motion tracking for drumstick and hand interactions.</a:t>
          </a:r>
          <a:endParaRPr lang="en-US" sz="2400" kern="1200" dirty="0"/>
        </a:p>
      </dsp:txBody>
      <dsp:txXfrm>
        <a:off x="7705677" y="628788"/>
        <a:ext cx="3480771" cy="1476690"/>
      </dsp:txXfrm>
    </dsp:sp>
    <dsp:sp modelId="{061A164E-A201-413A-9A44-F025DE14CACB}">
      <dsp:nvSpPr>
        <dsp:cNvPr id="0" name=""/>
        <dsp:cNvSpPr/>
      </dsp:nvSpPr>
      <dsp:spPr>
        <a:xfrm>
          <a:off x="32158" y="2967965"/>
          <a:ext cx="1476690" cy="14766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BB94B8-FBF2-4E51-938B-A5747251C22C}">
      <dsp:nvSpPr>
        <dsp:cNvPr id="0" name=""/>
        <dsp:cNvSpPr/>
      </dsp:nvSpPr>
      <dsp:spPr>
        <a:xfrm>
          <a:off x="342263" y="3278070"/>
          <a:ext cx="856480" cy="85648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0A3D2C-8CC8-4071-8794-9A74097638CA}">
      <dsp:nvSpPr>
        <dsp:cNvPr id="0" name=""/>
        <dsp:cNvSpPr/>
      </dsp:nvSpPr>
      <dsp:spPr>
        <a:xfrm>
          <a:off x="1825283" y="2967965"/>
          <a:ext cx="3480771" cy="1476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zh-CN" sz="2400" b="1" i="0" kern="1200" baseline="0" dirty="0"/>
            <a:t>Latency challenges</a:t>
          </a:r>
          <a:r>
            <a:rPr lang="zh-CN" sz="2400" b="0" i="0" kern="1200" baseline="0" dirty="0"/>
            <a:t> and solutions for real-time performance</a:t>
          </a:r>
          <a:r>
            <a:rPr lang="zh-CN" sz="2300" b="0" i="0" kern="1200" baseline="0" dirty="0"/>
            <a:t>.</a:t>
          </a:r>
          <a:endParaRPr lang="en-US" sz="2300" kern="1200" dirty="0"/>
        </a:p>
      </dsp:txBody>
      <dsp:txXfrm>
        <a:off x="1825283" y="2967965"/>
        <a:ext cx="3480771" cy="1476690"/>
      </dsp:txXfrm>
    </dsp:sp>
    <dsp:sp modelId="{5A0983B1-8598-4B2B-BA34-4E6438DE3692}">
      <dsp:nvSpPr>
        <dsp:cNvPr id="0" name=""/>
        <dsp:cNvSpPr/>
      </dsp:nvSpPr>
      <dsp:spPr>
        <a:xfrm>
          <a:off x="5912552" y="2967965"/>
          <a:ext cx="1476690" cy="147669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393CC1-551E-4276-9D4A-C5504D62B303}">
      <dsp:nvSpPr>
        <dsp:cNvPr id="0" name=""/>
        <dsp:cNvSpPr/>
      </dsp:nvSpPr>
      <dsp:spPr>
        <a:xfrm>
          <a:off x="6222657" y="3278070"/>
          <a:ext cx="856480" cy="85648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277D21-5E05-4985-AA88-85EDCE233834}">
      <dsp:nvSpPr>
        <dsp:cNvPr id="0" name=""/>
        <dsp:cNvSpPr/>
      </dsp:nvSpPr>
      <dsp:spPr>
        <a:xfrm>
          <a:off x="7705677" y="2967965"/>
          <a:ext cx="3480771" cy="14766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zh-CN" sz="2400" b="0" i="0" kern="1200" baseline="0" dirty="0"/>
            <a:t>The role of </a:t>
          </a:r>
          <a:r>
            <a:rPr lang="zh-CN" sz="2400" b="1" i="0" kern="1200" baseline="0" dirty="0"/>
            <a:t>haptic feedback</a:t>
          </a:r>
          <a:r>
            <a:rPr lang="zh-CN" sz="2400" b="0" i="0" kern="1200" baseline="0" dirty="0"/>
            <a:t> and visual effects in enhancing realism.</a:t>
          </a:r>
          <a:endParaRPr lang="en-US" sz="2400" kern="1200" dirty="0"/>
        </a:p>
      </dsp:txBody>
      <dsp:txXfrm>
        <a:off x="7705677" y="2967965"/>
        <a:ext cx="3480771" cy="14766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92F49-2747-4418-BAA3-2BD0CB045E23}">
      <dsp:nvSpPr>
        <dsp:cNvPr id="0" name=""/>
        <dsp:cNvSpPr/>
      </dsp:nvSpPr>
      <dsp:spPr>
        <a:xfrm>
          <a:off x="0" y="356441"/>
          <a:ext cx="8497865" cy="133291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5529FF-6BEB-41A0-8C75-DEB100133AF5}">
      <dsp:nvSpPr>
        <dsp:cNvPr id="0" name=""/>
        <dsp:cNvSpPr/>
      </dsp:nvSpPr>
      <dsp:spPr>
        <a:xfrm>
          <a:off x="143633" y="697854"/>
          <a:ext cx="807404" cy="80740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E3CEE57-A813-425B-80CB-35C0AD96A43A}">
      <dsp:nvSpPr>
        <dsp:cNvPr id="0" name=""/>
        <dsp:cNvSpPr/>
      </dsp:nvSpPr>
      <dsp:spPr>
        <a:xfrm>
          <a:off x="1126517" y="468318"/>
          <a:ext cx="7304240" cy="1124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057" tIns="119057" rIns="119057" bIns="119057" numCol="1" spcCol="1270" anchor="ctr" anchorCtr="0">
          <a:noAutofit/>
        </a:bodyPr>
        <a:lstStyle/>
        <a:p>
          <a:pPr marL="0" lvl="0" indent="0" algn="l" defTabSz="977900">
            <a:lnSpc>
              <a:spcPct val="90000"/>
            </a:lnSpc>
            <a:spcBef>
              <a:spcPct val="0"/>
            </a:spcBef>
            <a:spcAft>
              <a:spcPct val="35000"/>
            </a:spcAft>
            <a:buNone/>
          </a:pPr>
          <a:r>
            <a:rPr lang="en-US" sz="2200" b="1" kern="1200" dirty="0"/>
            <a:t>Collision detection and hit feedback</a:t>
          </a:r>
          <a:r>
            <a:rPr lang="en-US" sz="2200" kern="1200" dirty="0"/>
            <a:t>: Accurate collision detection between drumsticks and drums, precise audio and visual feedback when hitting the drum surface.</a:t>
          </a:r>
        </a:p>
      </dsp:txBody>
      <dsp:txXfrm>
        <a:off x="1126517" y="468318"/>
        <a:ext cx="7304240" cy="1124949"/>
      </dsp:txXfrm>
    </dsp:sp>
    <dsp:sp modelId="{762225F6-5E44-4712-A58A-5304ED8A3DB8}">
      <dsp:nvSpPr>
        <dsp:cNvPr id="0" name=""/>
        <dsp:cNvSpPr/>
      </dsp:nvSpPr>
      <dsp:spPr>
        <a:xfrm>
          <a:off x="0" y="2011641"/>
          <a:ext cx="8497865" cy="123626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540F21-54DC-4A48-9FDD-FD071BC5E15E}">
      <dsp:nvSpPr>
        <dsp:cNvPr id="0" name=""/>
        <dsp:cNvSpPr/>
      </dsp:nvSpPr>
      <dsp:spPr>
        <a:xfrm>
          <a:off x="286566" y="2406870"/>
          <a:ext cx="521538" cy="52102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AD2525-AFD8-46F3-B0A2-FB27FF4399B4}">
      <dsp:nvSpPr>
        <dsp:cNvPr id="0" name=""/>
        <dsp:cNvSpPr/>
      </dsp:nvSpPr>
      <dsp:spPr>
        <a:xfrm>
          <a:off x="1102522" y="1993864"/>
          <a:ext cx="7317899" cy="1124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057" tIns="119057" rIns="119057" bIns="119057" numCol="1" spcCol="1270" anchor="ctr" anchorCtr="0">
          <a:noAutofit/>
        </a:bodyPr>
        <a:lstStyle/>
        <a:p>
          <a:pPr marL="0" lvl="0" indent="0" algn="l" defTabSz="977900">
            <a:lnSpc>
              <a:spcPct val="90000"/>
            </a:lnSpc>
            <a:spcBef>
              <a:spcPct val="0"/>
            </a:spcBef>
            <a:spcAft>
              <a:spcPct val="35000"/>
            </a:spcAft>
            <a:buNone/>
          </a:pPr>
          <a:r>
            <a:rPr lang="en-US" sz="2200" b="1" kern="1200" dirty="0"/>
            <a:t>Audio and Visual Synchronization</a:t>
          </a:r>
          <a:r>
            <a:rPr lang="en-US" sz="2200" kern="1200" dirty="0"/>
            <a:t>: Audios and animations should be tightly synchronized with user actions. </a:t>
          </a:r>
        </a:p>
      </dsp:txBody>
      <dsp:txXfrm>
        <a:off x="1102522" y="1993864"/>
        <a:ext cx="7317899" cy="1124949"/>
      </dsp:txXfrm>
    </dsp:sp>
    <dsp:sp modelId="{2BB83E1A-DAF8-449E-A3B0-977ACDEBD552}">
      <dsp:nvSpPr>
        <dsp:cNvPr id="0" name=""/>
        <dsp:cNvSpPr/>
      </dsp:nvSpPr>
      <dsp:spPr>
        <a:xfrm>
          <a:off x="0" y="3619575"/>
          <a:ext cx="8497865" cy="126450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2E7065-AB44-42B1-ABDC-69D1231D57EC}">
      <dsp:nvSpPr>
        <dsp:cNvPr id="0" name=""/>
        <dsp:cNvSpPr/>
      </dsp:nvSpPr>
      <dsp:spPr>
        <a:xfrm>
          <a:off x="286566" y="3971649"/>
          <a:ext cx="521538" cy="52102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B2B91A0-62DC-4073-96C5-113899187819}">
      <dsp:nvSpPr>
        <dsp:cNvPr id="0" name=""/>
        <dsp:cNvSpPr/>
      </dsp:nvSpPr>
      <dsp:spPr>
        <a:xfrm>
          <a:off x="1011037" y="3640516"/>
          <a:ext cx="7304240" cy="1124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057" tIns="119057" rIns="119057" bIns="119057" numCol="1" spcCol="1270" anchor="ctr" anchorCtr="0">
          <a:noAutofit/>
        </a:bodyPr>
        <a:lstStyle/>
        <a:p>
          <a:pPr marL="0" lvl="0" indent="0" algn="l" defTabSz="977900">
            <a:lnSpc>
              <a:spcPct val="90000"/>
            </a:lnSpc>
            <a:spcBef>
              <a:spcPct val="0"/>
            </a:spcBef>
            <a:spcAft>
              <a:spcPct val="35000"/>
            </a:spcAft>
            <a:buNone/>
          </a:pPr>
          <a:r>
            <a:rPr lang="en-US" sz="2200" b="1" kern="1200" dirty="0"/>
            <a:t>Controller Interaction and Drumstick Mapping</a:t>
          </a:r>
          <a:r>
            <a:rPr lang="en-US" sz="2200" kern="1200" dirty="0"/>
            <a:t>: Map Quest 2 controller actions to virtual drumsticks to ensure intuitive and accurate hitting sensation.</a:t>
          </a:r>
        </a:p>
      </dsp:txBody>
      <dsp:txXfrm>
        <a:off x="1011037" y="3640516"/>
        <a:ext cx="7304240" cy="1124949"/>
      </dsp:txXfrm>
    </dsp:sp>
    <dsp:sp modelId="{2F74CE3A-0A62-4B4D-98F7-83B117D0E404}">
      <dsp:nvSpPr>
        <dsp:cNvPr id="0" name=""/>
        <dsp:cNvSpPr/>
      </dsp:nvSpPr>
      <dsp:spPr>
        <a:xfrm>
          <a:off x="0" y="5253177"/>
          <a:ext cx="8497865" cy="12138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F7B38B-5A06-42C9-B234-C21403E872EB}">
      <dsp:nvSpPr>
        <dsp:cNvPr id="0" name=""/>
        <dsp:cNvSpPr/>
      </dsp:nvSpPr>
      <dsp:spPr>
        <a:xfrm>
          <a:off x="286566" y="5511101"/>
          <a:ext cx="521538" cy="52102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697642-64E7-419F-9996-B6B798E8254E}">
      <dsp:nvSpPr>
        <dsp:cNvPr id="0" name=""/>
        <dsp:cNvSpPr/>
      </dsp:nvSpPr>
      <dsp:spPr>
        <a:xfrm>
          <a:off x="1011037" y="5199632"/>
          <a:ext cx="7304240" cy="11249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057" tIns="119057" rIns="119057" bIns="119057" numCol="1" spcCol="1270" anchor="ctr" anchorCtr="0">
          <a:noAutofit/>
        </a:bodyPr>
        <a:lstStyle/>
        <a:p>
          <a:pPr marL="0" lvl="0" indent="0" algn="l" defTabSz="977900">
            <a:lnSpc>
              <a:spcPct val="90000"/>
            </a:lnSpc>
            <a:spcBef>
              <a:spcPct val="0"/>
            </a:spcBef>
            <a:spcAft>
              <a:spcPct val="35000"/>
            </a:spcAft>
            <a:buNone/>
          </a:pPr>
          <a:r>
            <a:rPr lang="en-US" sz="2200" b="1" kern="1200" dirty="0"/>
            <a:t>Latency Control and Performance Optimization</a:t>
          </a:r>
          <a:r>
            <a:rPr lang="en-US" sz="2200" kern="1200" dirty="0"/>
            <a:t>: Maintain stable frame rates and low latency to ensure that there will be no lag or crash during long-term operation.</a:t>
          </a:r>
        </a:p>
      </dsp:txBody>
      <dsp:txXfrm>
        <a:off x="1011037" y="5199632"/>
        <a:ext cx="7304240" cy="11249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AE0149-0281-4FC7-B068-57F0BAC2A224}">
      <dsp:nvSpPr>
        <dsp:cNvPr id="0" name=""/>
        <dsp:cNvSpPr/>
      </dsp:nvSpPr>
      <dsp:spPr>
        <a:xfrm>
          <a:off x="2903324" y="26956"/>
          <a:ext cx="1766812" cy="1766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44B3FA-54E8-4A40-8F89-667A5385B843}">
      <dsp:nvSpPr>
        <dsp:cNvPr id="0" name=""/>
        <dsp:cNvSpPr/>
      </dsp:nvSpPr>
      <dsp:spPr>
        <a:xfrm>
          <a:off x="1533515" y="1988925"/>
          <a:ext cx="4314516" cy="2511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Real-Time Responsiveness: The system detects user inputs, like tapping virtual drums or cymbals, with minimal latency to ensure a seamless experience. The objective is to measure the delay between physical gestures and the corresponding visual response in the AR/MR environment.</a:t>
          </a:r>
        </a:p>
      </dsp:txBody>
      <dsp:txXfrm>
        <a:off x="1533515" y="1988925"/>
        <a:ext cx="4314516" cy="2511927"/>
      </dsp:txXfrm>
    </dsp:sp>
    <dsp:sp modelId="{0694142F-2C25-49DB-A63E-8F00CAD2C68A}">
      <dsp:nvSpPr>
        <dsp:cNvPr id="0" name=""/>
        <dsp:cNvSpPr/>
      </dsp:nvSpPr>
      <dsp:spPr>
        <a:xfrm>
          <a:off x="7710802" y="26956"/>
          <a:ext cx="1766812" cy="1766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02DFADC-4507-44C9-9E8E-F5E6DA9A8988}">
      <dsp:nvSpPr>
        <dsp:cNvPr id="0" name=""/>
        <dsp:cNvSpPr/>
      </dsp:nvSpPr>
      <dsp:spPr>
        <a:xfrm>
          <a:off x="6682281" y="2002238"/>
          <a:ext cx="3926250" cy="2511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pPr>
          <a:r>
            <a:rPr lang="en-US" sz="2000" kern="1200" dirty="0"/>
            <a:t>Visual and Audio Fidelity: High-quality graphics and realistic sound effects are essential for enhancing immersion. To evaluate this, we may use User Experience (UX) Testing that engages potential users in playtesting sessions and gets valuable feedback.</a:t>
          </a:r>
        </a:p>
      </dsp:txBody>
      <dsp:txXfrm>
        <a:off x="6682281" y="2002238"/>
        <a:ext cx="3926250" cy="251192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E84E89-23C0-4A4F-8DA7-C56739774BF1}">
      <dsp:nvSpPr>
        <dsp:cNvPr id="0" name=""/>
        <dsp:cNvSpPr/>
      </dsp:nvSpPr>
      <dsp:spPr>
        <a:xfrm>
          <a:off x="447553" y="1693051"/>
          <a:ext cx="940090" cy="94009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0F00D1-6FA6-4E46-8F7D-A241A91D86F9}">
      <dsp:nvSpPr>
        <dsp:cNvPr id="0" name=""/>
        <dsp:cNvSpPr/>
      </dsp:nvSpPr>
      <dsp:spPr>
        <a:xfrm>
          <a:off x="644972" y="1890470"/>
          <a:ext cx="545252" cy="545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FBDA27-54BA-455E-9DC7-399ECD7BFEFD}">
      <dsp:nvSpPr>
        <dsp:cNvPr id="0" name=""/>
        <dsp:cNvSpPr/>
      </dsp:nvSpPr>
      <dsp:spPr>
        <a:xfrm>
          <a:off x="1589091" y="1693051"/>
          <a:ext cx="2215926" cy="94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dirty="0"/>
            <a:t>Add more drums and sounds</a:t>
          </a:r>
        </a:p>
      </dsp:txBody>
      <dsp:txXfrm>
        <a:off x="1589091" y="1693051"/>
        <a:ext cx="2215926" cy="940090"/>
      </dsp:txXfrm>
    </dsp:sp>
    <dsp:sp modelId="{01EA9649-0F90-41E2-A807-CC572400A974}">
      <dsp:nvSpPr>
        <dsp:cNvPr id="0" name=""/>
        <dsp:cNvSpPr/>
      </dsp:nvSpPr>
      <dsp:spPr>
        <a:xfrm>
          <a:off x="4191126" y="1693051"/>
          <a:ext cx="940090" cy="94009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AD0083-C9AE-44DD-9C61-8392BE56263E}">
      <dsp:nvSpPr>
        <dsp:cNvPr id="0" name=""/>
        <dsp:cNvSpPr/>
      </dsp:nvSpPr>
      <dsp:spPr>
        <a:xfrm>
          <a:off x="4388545" y="1890470"/>
          <a:ext cx="545252" cy="545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6BF85A-D491-40EA-AC0F-7763EF31B873}">
      <dsp:nvSpPr>
        <dsp:cNvPr id="0" name=""/>
        <dsp:cNvSpPr/>
      </dsp:nvSpPr>
      <dsp:spPr>
        <a:xfrm>
          <a:off x="5332664" y="1693051"/>
          <a:ext cx="2215926" cy="94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en-US" sz="2200" kern="1200" dirty="0"/>
            <a:t>Add particle effects when drum</a:t>
          </a:r>
          <a:r>
            <a:rPr lang="fr-FR" sz="2200" kern="1200" dirty="0"/>
            <a:t>s are hit</a:t>
          </a:r>
          <a:endParaRPr lang="en-US" sz="2200" kern="1200" dirty="0"/>
        </a:p>
      </dsp:txBody>
      <dsp:txXfrm>
        <a:off x="5332664" y="1693051"/>
        <a:ext cx="2215926" cy="940090"/>
      </dsp:txXfrm>
    </dsp:sp>
    <dsp:sp modelId="{9EFB80A3-C96B-486A-9EBC-00F85BB04AEC}">
      <dsp:nvSpPr>
        <dsp:cNvPr id="0" name=""/>
        <dsp:cNvSpPr/>
      </dsp:nvSpPr>
      <dsp:spPr>
        <a:xfrm>
          <a:off x="7934699" y="1693051"/>
          <a:ext cx="940090" cy="940090"/>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4C681B-D0CD-4F7E-A4A8-0C2640724A28}">
      <dsp:nvSpPr>
        <dsp:cNvPr id="0" name=""/>
        <dsp:cNvSpPr/>
      </dsp:nvSpPr>
      <dsp:spPr>
        <a:xfrm>
          <a:off x="8132118" y="1890470"/>
          <a:ext cx="545252" cy="545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6AE567-88E7-4BC2-A7FE-82B2AE84F571}">
      <dsp:nvSpPr>
        <dsp:cNvPr id="0" name=""/>
        <dsp:cNvSpPr/>
      </dsp:nvSpPr>
      <dsp:spPr>
        <a:xfrm>
          <a:off x="9076237" y="1693051"/>
          <a:ext cx="2215926" cy="9400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90000"/>
            </a:lnSpc>
            <a:spcBef>
              <a:spcPct val="0"/>
            </a:spcBef>
            <a:spcAft>
              <a:spcPct val="35000"/>
            </a:spcAft>
            <a:buNone/>
          </a:pPr>
          <a:r>
            <a:rPr lang="fr-FR" sz="2200" kern="1200" dirty="0"/>
            <a:t>Add music scores that users can play to</a:t>
          </a:r>
          <a:endParaRPr lang="en-US" sz="2200" kern="1200" dirty="0"/>
        </a:p>
      </dsp:txBody>
      <dsp:txXfrm>
        <a:off x="9076237" y="1693051"/>
        <a:ext cx="2215926" cy="94009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32E7-0AAE-EE4E-3748-B8BAF7A7A6C2}"/>
              </a:ext>
            </a:extLst>
          </p:cNvPr>
          <p:cNvSpPr>
            <a:spLocks noGrp="1"/>
          </p:cNvSpPr>
          <p:nvPr>
            <p:ph type="ctrTitle"/>
          </p:nvPr>
        </p:nvSpPr>
        <p:spPr>
          <a:xfrm>
            <a:off x="1524000" y="1122363"/>
            <a:ext cx="9144000" cy="2387600"/>
          </a:xfrm>
        </p:spPr>
        <p:txBody>
          <a:bodyPr anchor="b"/>
          <a:lstStyle>
            <a:lvl1pPr algn="ctr">
              <a:defRPr sz="6000"/>
            </a:lvl1pPr>
          </a:lstStyle>
          <a:p>
            <a:r>
              <a:rPr lang="en-GB" altLang="zh-CN"/>
              <a:t>Click to edit Master title style</a:t>
            </a:r>
            <a:endParaRPr lang="zh-CN" altLang="en-US"/>
          </a:p>
        </p:txBody>
      </p:sp>
      <p:sp>
        <p:nvSpPr>
          <p:cNvPr id="3" name="Subtitle 2">
            <a:extLst>
              <a:ext uri="{FF2B5EF4-FFF2-40B4-BE49-F238E27FC236}">
                <a16:creationId xmlns:a16="http://schemas.microsoft.com/office/drawing/2014/main" id="{11FCCA5A-8CB0-5B79-79AD-38F49CBDBB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ltLang="zh-CN"/>
              <a:t>Click to edit Master subtitle style</a:t>
            </a:r>
            <a:endParaRPr lang="zh-CN" altLang="en-US"/>
          </a:p>
        </p:txBody>
      </p:sp>
      <p:sp>
        <p:nvSpPr>
          <p:cNvPr id="4" name="Date Placeholder 3">
            <a:extLst>
              <a:ext uri="{FF2B5EF4-FFF2-40B4-BE49-F238E27FC236}">
                <a16:creationId xmlns:a16="http://schemas.microsoft.com/office/drawing/2014/main" id="{EAE55454-77D2-EFD9-9DFC-18716D2A4001}"/>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5" name="Footer Placeholder 4">
            <a:extLst>
              <a:ext uri="{FF2B5EF4-FFF2-40B4-BE49-F238E27FC236}">
                <a16:creationId xmlns:a16="http://schemas.microsoft.com/office/drawing/2014/main" id="{B8D61081-814C-B79D-BC50-52CFB7A1601C}"/>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228DC52-5CEA-A387-7B12-F2C6ED3D86F6}"/>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4272759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0D62D-A6FE-6811-97D2-03B369DF86B7}"/>
              </a:ext>
            </a:extLst>
          </p:cNvPr>
          <p:cNvSpPr>
            <a:spLocks noGrp="1"/>
          </p:cNvSpPr>
          <p:nvPr>
            <p:ph type="title"/>
          </p:nvPr>
        </p:nvSpPr>
        <p:spPr/>
        <p:txBody>
          <a:bodyPr/>
          <a:lstStyle/>
          <a:p>
            <a:r>
              <a:rPr lang="en-GB" altLang="zh-CN"/>
              <a:t>Click to edit Master title style</a:t>
            </a:r>
            <a:endParaRPr lang="zh-CN" altLang="en-US"/>
          </a:p>
        </p:txBody>
      </p:sp>
      <p:sp>
        <p:nvSpPr>
          <p:cNvPr id="3" name="Content Placeholder 2">
            <a:extLst>
              <a:ext uri="{FF2B5EF4-FFF2-40B4-BE49-F238E27FC236}">
                <a16:creationId xmlns:a16="http://schemas.microsoft.com/office/drawing/2014/main" id="{FE9652EC-4901-BBE2-0F68-B65EF962F9FC}"/>
              </a:ext>
            </a:extLst>
          </p:cNvPr>
          <p:cNvSpPr>
            <a:spLocks noGrp="1"/>
          </p:cNvSpPr>
          <p:nvPr>
            <p:ph idx="1"/>
          </p:nvPr>
        </p:nvSpPr>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Date Placeholder 3">
            <a:extLst>
              <a:ext uri="{FF2B5EF4-FFF2-40B4-BE49-F238E27FC236}">
                <a16:creationId xmlns:a16="http://schemas.microsoft.com/office/drawing/2014/main" id="{16A43AD8-CFFE-4348-C258-3C6A8F143F01}"/>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5" name="Footer Placeholder 4">
            <a:extLst>
              <a:ext uri="{FF2B5EF4-FFF2-40B4-BE49-F238E27FC236}">
                <a16:creationId xmlns:a16="http://schemas.microsoft.com/office/drawing/2014/main" id="{20F7B7B7-1B78-29D2-F7C9-A450E1CE9D7D}"/>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6A465569-0AA9-4220-1BD8-69F3CEB1C3B7}"/>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2945623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B1D8C-FC28-0BAC-1716-F63C71845BEB}"/>
              </a:ext>
            </a:extLst>
          </p:cNvPr>
          <p:cNvSpPr>
            <a:spLocks noGrp="1"/>
          </p:cNvSpPr>
          <p:nvPr>
            <p:ph type="title"/>
          </p:nvPr>
        </p:nvSpPr>
        <p:spPr>
          <a:xfrm>
            <a:off x="831850" y="1709738"/>
            <a:ext cx="10515600" cy="2852737"/>
          </a:xfrm>
        </p:spPr>
        <p:txBody>
          <a:bodyPr anchor="b"/>
          <a:lstStyle>
            <a:lvl1pPr>
              <a:defRPr sz="6000"/>
            </a:lvl1pPr>
          </a:lstStyle>
          <a:p>
            <a:r>
              <a:rPr lang="en-GB" altLang="zh-CN"/>
              <a:t>Click to edit Master title style</a:t>
            </a:r>
            <a:endParaRPr lang="zh-CN" altLang="en-US"/>
          </a:p>
        </p:txBody>
      </p:sp>
      <p:sp>
        <p:nvSpPr>
          <p:cNvPr id="3" name="Text Placeholder 2">
            <a:extLst>
              <a:ext uri="{FF2B5EF4-FFF2-40B4-BE49-F238E27FC236}">
                <a16:creationId xmlns:a16="http://schemas.microsoft.com/office/drawing/2014/main" id="{79AFFC16-444B-835E-303A-10214DEBAD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ltLang="zh-CN"/>
              <a:t>Click to edit Master text styles</a:t>
            </a:r>
          </a:p>
        </p:txBody>
      </p:sp>
      <p:sp>
        <p:nvSpPr>
          <p:cNvPr id="4" name="Date Placeholder 3">
            <a:extLst>
              <a:ext uri="{FF2B5EF4-FFF2-40B4-BE49-F238E27FC236}">
                <a16:creationId xmlns:a16="http://schemas.microsoft.com/office/drawing/2014/main" id="{87844F3E-EF81-1078-0371-DBBA4A8448E8}"/>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5" name="Footer Placeholder 4">
            <a:extLst>
              <a:ext uri="{FF2B5EF4-FFF2-40B4-BE49-F238E27FC236}">
                <a16:creationId xmlns:a16="http://schemas.microsoft.com/office/drawing/2014/main" id="{92EDA11B-3A50-46E1-98FF-780144CF772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F72F09FA-8483-A0BF-89EE-A7B5798F72EC}"/>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111276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28043-9F68-627A-D832-8F6E4EC0F5B0}"/>
              </a:ext>
            </a:extLst>
          </p:cNvPr>
          <p:cNvSpPr>
            <a:spLocks noGrp="1"/>
          </p:cNvSpPr>
          <p:nvPr>
            <p:ph type="title"/>
          </p:nvPr>
        </p:nvSpPr>
        <p:spPr/>
        <p:txBody>
          <a:bodyPr/>
          <a:lstStyle/>
          <a:p>
            <a:r>
              <a:rPr lang="en-GB" altLang="zh-CN"/>
              <a:t>Click to edit Master title style</a:t>
            </a:r>
            <a:endParaRPr lang="zh-CN" altLang="en-US"/>
          </a:p>
        </p:txBody>
      </p:sp>
      <p:sp>
        <p:nvSpPr>
          <p:cNvPr id="3" name="Content Placeholder 2">
            <a:extLst>
              <a:ext uri="{FF2B5EF4-FFF2-40B4-BE49-F238E27FC236}">
                <a16:creationId xmlns:a16="http://schemas.microsoft.com/office/drawing/2014/main" id="{C980710C-AA15-A0FD-20FD-AA070A1E56DE}"/>
              </a:ext>
            </a:extLst>
          </p:cNvPr>
          <p:cNvSpPr>
            <a:spLocks noGrp="1"/>
          </p:cNvSpPr>
          <p:nvPr>
            <p:ph sz="half" idx="1"/>
          </p:nvPr>
        </p:nvSpPr>
        <p:spPr>
          <a:xfrm>
            <a:off x="838200" y="1825625"/>
            <a:ext cx="5181600" cy="4351338"/>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Content Placeholder 3">
            <a:extLst>
              <a:ext uri="{FF2B5EF4-FFF2-40B4-BE49-F238E27FC236}">
                <a16:creationId xmlns:a16="http://schemas.microsoft.com/office/drawing/2014/main" id="{C0DE12E7-3DE7-2139-4E17-804364330D1B}"/>
              </a:ext>
            </a:extLst>
          </p:cNvPr>
          <p:cNvSpPr>
            <a:spLocks noGrp="1"/>
          </p:cNvSpPr>
          <p:nvPr>
            <p:ph sz="half" idx="2"/>
          </p:nvPr>
        </p:nvSpPr>
        <p:spPr>
          <a:xfrm>
            <a:off x="6172200" y="1825625"/>
            <a:ext cx="5181600" cy="4351338"/>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Date Placeholder 4">
            <a:extLst>
              <a:ext uri="{FF2B5EF4-FFF2-40B4-BE49-F238E27FC236}">
                <a16:creationId xmlns:a16="http://schemas.microsoft.com/office/drawing/2014/main" id="{C82AD1AA-C256-AC6E-3321-08430DCCF4A8}"/>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6" name="Footer Placeholder 5">
            <a:extLst>
              <a:ext uri="{FF2B5EF4-FFF2-40B4-BE49-F238E27FC236}">
                <a16:creationId xmlns:a16="http://schemas.microsoft.com/office/drawing/2014/main" id="{06416A01-50A3-19CD-C6F2-A717EF39D60E}"/>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8260BE02-6598-E6B3-FD4B-669086574D1E}"/>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1085111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548AA-9CEB-0664-3600-17654B2DA55F}"/>
              </a:ext>
            </a:extLst>
          </p:cNvPr>
          <p:cNvSpPr>
            <a:spLocks noGrp="1"/>
          </p:cNvSpPr>
          <p:nvPr>
            <p:ph type="title"/>
          </p:nvPr>
        </p:nvSpPr>
        <p:spPr>
          <a:xfrm>
            <a:off x="839788" y="365125"/>
            <a:ext cx="10515600" cy="1325563"/>
          </a:xfrm>
        </p:spPr>
        <p:txBody>
          <a:bodyPr/>
          <a:lstStyle/>
          <a:p>
            <a:r>
              <a:rPr lang="en-GB" altLang="zh-CN"/>
              <a:t>Click to edit Master title style</a:t>
            </a:r>
            <a:endParaRPr lang="zh-CN" altLang="en-US"/>
          </a:p>
        </p:txBody>
      </p:sp>
      <p:sp>
        <p:nvSpPr>
          <p:cNvPr id="3" name="Text Placeholder 2">
            <a:extLst>
              <a:ext uri="{FF2B5EF4-FFF2-40B4-BE49-F238E27FC236}">
                <a16:creationId xmlns:a16="http://schemas.microsoft.com/office/drawing/2014/main" id="{70A96E1B-FBDB-91E5-082D-538332819E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4" name="Content Placeholder 3">
            <a:extLst>
              <a:ext uri="{FF2B5EF4-FFF2-40B4-BE49-F238E27FC236}">
                <a16:creationId xmlns:a16="http://schemas.microsoft.com/office/drawing/2014/main" id="{7B20C37B-A65F-D613-B6D5-0DBE1EF69393}"/>
              </a:ext>
            </a:extLst>
          </p:cNvPr>
          <p:cNvSpPr>
            <a:spLocks noGrp="1"/>
          </p:cNvSpPr>
          <p:nvPr>
            <p:ph sz="half" idx="2"/>
          </p:nvPr>
        </p:nvSpPr>
        <p:spPr>
          <a:xfrm>
            <a:off x="839788" y="2505075"/>
            <a:ext cx="5157787" cy="3684588"/>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5" name="Text Placeholder 4">
            <a:extLst>
              <a:ext uri="{FF2B5EF4-FFF2-40B4-BE49-F238E27FC236}">
                <a16:creationId xmlns:a16="http://schemas.microsoft.com/office/drawing/2014/main" id="{4995909F-23F5-E4C0-5746-7749685C4F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ltLang="zh-CN"/>
              <a:t>Click to edit Master text styles</a:t>
            </a:r>
          </a:p>
        </p:txBody>
      </p:sp>
      <p:sp>
        <p:nvSpPr>
          <p:cNvPr id="6" name="Content Placeholder 5">
            <a:extLst>
              <a:ext uri="{FF2B5EF4-FFF2-40B4-BE49-F238E27FC236}">
                <a16:creationId xmlns:a16="http://schemas.microsoft.com/office/drawing/2014/main" id="{A7E40357-4012-AE71-95F4-7B00C320D2A1}"/>
              </a:ext>
            </a:extLst>
          </p:cNvPr>
          <p:cNvSpPr>
            <a:spLocks noGrp="1"/>
          </p:cNvSpPr>
          <p:nvPr>
            <p:ph sz="quarter" idx="4"/>
          </p:nvPr>
        </p:nvSpPr>
        <p:spPr>
          <a:xfrm>
            <a:off x="6172200" y="2505075"/>
            <a:ext cx="5183188" cy="3684588"/>
          </a:xfrm>
        </p:spPr>
        <p:txBody>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7" name="Date Placeholder 6">
            <a:extLst>
              <a:ext uri="{FF2B5EF4-FFF2-40B4-BE49-F238E27FC236}">
                <a16:creationId xmlns:a16="http://schemas.microsoft.com/office/drawing/2014/main" id="{23005B36-F555-0AE7-BABC-3EE4BEAF9B51}"/>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8" name="Footer Placeholder 7">
            <a:extLst>
              <a:ext uri="{FF2B5EF4-FFF2-40B4-BE49-F238E27FC236}">
                <a16:creationId xmlns:a16="http://schemas.microsoft.com/office/drawing/2014/main" id="{07043519-860F-F68F-45AD-4B19A132BCA3}"/>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1F621E6E-87E3-54A8-0DB9-70A665185217}"/>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2545889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C9DCE-9DBA-26AF-E46A-DADC61A0C7C7}"/>
              </a:ext>
            </a:extLst>
          </p:cNvPr>
          <p:cNvSpPr>
            <a:spLocks noGrp="1"/>
          </p:cNvSpPr>
          <p:nvPr>
            <p:ph type="title"/>
          </p:nvPr>
        </p:nvSpPr>
        <p:spPr/>
        <p:txBody>
          <a:bodyPr/>
          <a:lstStyle/>
          <a:p>
            <a:r>
              <a:rPr lang="en-GB" altLang="zh-CN"/>
              <a:t>Click to edit Master title style</a:t>
            </a:r>
            <a:endParaRPr lang="zh-CN" altLang="en-US"/>
          </a:p>
        </p:txBody>
      </p:sp>
      <p:sp>
        <p:nvSpPr>
          <p:cNvPr id="3" name="Date Placeholder 2">
            <a:extLst>
              <a:ext uri="{FF2B5EF4-FFF2-40B4-BE49-F238E27FC236}">
                <a16:creationId xmlns:a16="http://schemas.microsoft.com/office/drawing/2014/main" id="{D8A3D4C8-42B8-B636-0D35-201728680730}"/>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4" name="Footer Placeholder 3">
            <a:extLst>
              <a:ext uri="{FF2B5EF4-FFF2-40B4-BE49-F238E27FC236}">
                <a16:creationId xmlns:a16="http://schemas.microsoft.com/office/drawing/2014/main" id="{EE03C511-BAAA-E628-A5D6-42EF5AD189A8}"/>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F750463F-C21C-2E4D-2642-97DD8F452BE8}"/>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1113417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D21EE76-091E-3B8B-2B8A-3E75E4D8E956}"/>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3" name="Footer Placeholder 2">
            <a:extLst>
              <a:ext uri="{FF2B5EF4-FFF2-40B4-BE49-F238E27FC236}">
                <a16:creationId xmlns:a16="http://schemas.microsoft.com/office/drawing/2014/main" id="{AEF8F5EA-449B-5C5B-47B9-FB40F610FEDB}"/>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3EF98393-4373-B999-2CD6-36D1A4AFD71E}"/>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1003454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63545-B906-53DA-6AD4-988AAB58297C}"/>
              </a:ext>
            </a:extLst>
          </p:cNvPr>
          <p:cNvSpPr>
            <a:spLocks noGrp="1"/>
          </p:cNvSpPr>
          <p:nvPr>
            <p:ph type="title"/>
          </p:nvPr>
        </p:nvSpPr>
        <p:spPr>
          <a:xfrm>
            <a:off x="839788" y="457200"/>
            <a:ext cx="3932237" cy="1600200"/>
          </a:xfrm>
        </p:spPr>
        <p:txBody>
          <a:bodyPr anchor="b"/>
          <a:lstStyle>
            <a:lvl1pPr>
              <a:defRPr sz="3200"/>
            </a:lvl1pPr>
          </a:lstStyle>
          <a:p>
            <a:r>
              <a:rPr lang="en-GB" altLang="zh-CN"/>
              <a:t>Click to edit Master title style</a:t>
            </a:r>
            <a:endParaRPr lang="zh-CN" altLang="en-US"/>
          </a:p>
        </p:txBody>
      </p:sp>
      <p:sp>
        <p:nvSpPr>
          <p:cNvPr id="3" name="Content Placeholder 2">
            <a:extLst>
              <a:ext uri="{FF2B5EF4-FFF2-40B4-BE49-F238E27FC236}">
                <a16:creationId xmlns:a16="http://schemas.microsoft.com/office/drawing/2014/main" id="{8EFC9480-5C0C-6B94-608B-E447A352C7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Text Placeholder 3">
            <a:extLst>
              <a:ext uri="{FF2B5EF4-FFF2-40B4-BE49-F238E27FC236}">
                <a16:creationId xmlns:a16="http://schemas.microsoft.com/office/drawing/2014/main" id="{97AEE119-CC0D-48F7-1B1A-A0201B56CC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ltLang="zh-CN"/>
              <a:t>Click to edit Master text styles</a:t>
            </a:r>
          </a:p>
        </p:txBody>
      </p:sp>
      <p:sp>
        <p:nvSpPr>
          <p:cNvPr id="5" name="Date Placeholder 4">
            <a:extLst>
              <a:ext uri="{FF2B5EF4-FFF2-40B4-BE49-F238E27FC236}">
                <a16:creationId xmlns:a16="http://schemas.microsoft.com/office/drawing/2014/main" id="{47B3C7DA-BCC3-66A6-918E-951D22686DA4}"/>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6" name="Footer Placeholder 5">
            <a:extLst>
              <a:ext uri="{FF2B5EF4-FFF2-40B4-BE49-F238E27FC236}">
                <a16:creationId xmlns:a16="http://schemas.microsoft.com/office/drawing/2014/main" id="{56969633-90DC-A21F-DEF1-2C0A1BD404AC}"/>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71D6BE26-37B8-BD0B-DA61-747544059833}"/>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3939428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E9CF0-FC73-1DF9-7E1B-68827E104FD8}"/>
              </a:ext>
            </a:extLst>
          </p:cNvPr>
          <p:cNvSpPr>
            <a:spLocks noGrp="1"/>
          </p:cNvSpPr>
          <p:nvPr>
            <p:ph type="title"/>
          </p:nvPr>
        </p:nvSpPr>
        <p:spPr>
          <a:xfrm>
            <a:off x="839788" y="457200"/>
            <a:ext cx="3932237" cy="1600200"/>
          </a:xfrm>
        </p:spPr>
        <p:txBody>
          <a:bodyPr anchor="b"/>
          <a:lstStyle>
            <a:lvl1pPr>
              <a:defRPr sz="3200"/>
            </a:lvl1pPr>
          </a:lstStyle>
          <a:p>
            <a:r>
              <a:rPr lang="en-GB" altLang="zh-CN"/>
              <a:t>Click to edit Master title style</a:t>
            </a:r>
            <a:endParaRPr lang="zh-CN" altLang="en-US"/>
          </a:p>
        </p:txBody>
      </p:sp>
      <p:sp>
        <p:nvSpPr>
          <p:cNvPr id="3" name="Picture Placeholder 2">
            <a:extLst>
              <a:ext uri="{FF2B5EF4-FFF2-40B4-BE49-F238E27FC236}">
                <a16:creationId xmlns:a16="http://schemas.microsoft.com/office/drawing/2014/main" id="{05BA194D-D913-8622-134C-FD8EB5E23F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65CAAED4-D364-7580-B844-7FE87464D0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ltLang="zh-CN"/>
              <a:t>Click to edit Master text styles</a:t>
            </a:r>
          </a:p>
        </p:txBody>
      </p:sp>
      <p:sp>
        <p:nvSpPr>
          <p:cNvPr id="5" name="Date Placeholder 4">
            <a:extLst>
              <a:ext uri="{FF2B5EF4-FFF2-40B4-BE49-F238E27FC236}">
                <a16:creationId xmlns:a16="http://schemas.microsoft.com/office/drawing/2014/main" id="{E6C29108-4382-C24C-EF6F-B57A0B86E5F1}"/>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6" name="Footer Placeholder 5">
            <a:extLst>
              <a:ext uri="{FF2B5EF4-FFF2-40B4-BE49-F238E27FC236}">
                <a16:creationId xmlns:a16="http://schemas.microsoft.com/office/drawing/2014/main" id="{577B492C-8D41-A72A-7D85-AFB1A1A9A66F}"/>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228A007E-8F08-5AFB-F5A2-1E6AB19CA9B5}"/>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41465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DFCEA-E93C-75BB-3E03-3E824FEEEEB8}"/>
              </a:ext>
            </a:extLst>
          </p:cNvPr>
          <p:cNvSpPr>
            <a:spLocks noGrp="1"/>
          </p:cNvSpPr>
          <p:nvPr>
            <p:ph type="title"/>
          </p:nvPr>
        </p:nvSpPr>
        <p:spPr/>
        <p:txBody>
          <a:bodyPr/>
          <a:lstStyle/>
          <a:p>
            <a:r>
              <a:rPr lang="en-GB" altLang="zh-CN"/>
              <a:t>Click to edit Master title style</a:t>
            </a:r>
            <a:endParaRPr lang="zh-CN" altLang="en-US"/>
          </a:p>
        </p:txBody>
      </p:sp>
      <p:sp>
        <p:nvSpPr>
          <p:cNvPr id="3" name="Vertical Text Placeholder 2">
            <a:extLst>
              <a:ext uri="{FF2B5EF4-FFF2-40B4-BE49-F238E27FC236}">
                <a16:creationId xmlns:a16="http://schemas.microsoft.com/office/drawing/2014/main" id="{F3F011A4-E1CE-0AAF-8CD3-B9E85947B6E4}"/>
              </a:ext>
            </a:extLst>
          </p:cNvPr>
          <p:cNvSpPr>
            <a:spLocks noGrp="1"/>
          </p:cNvSpPr>
          <p:nvPr>
            <p:ph type="body" orient="vert" idx="1"/>
          </p:nvPr>
        </p:nvSpPr>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Date Placeholder 3">
            <a:extLst>
              <a:ext uri="{FF2B5EF4-FFF2-40B4-BE49-F238E27FC236}">
                <a16:creationId xmlns:a16="http://schemas.microsoft.com/office/drawing/2014/main" id="{F9496266-A64F-8702-9573-32AED4C9D94B}"/>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5" name="Footer Placeholder 4">
            <a:extLst>
              <a:ext uri="{FF2B5EF4-FFF2-40B4-BE49-F238E27FC236}">
                <a16:creationId xmlns:a16="http://schemas.microsoft.com/office/drawing/2014/main" id="{76F42A41-0D1E-36EE-D5C0-4764FD29CEE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9D0FDFAB-FAF5-C0F6-AB18-BCED692FBB0F}"/>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37641930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36B584-9964-A040-2883-F20E31CD036C}"/>
              </a:ext>
            </a:extLst>
          </p:cNvPr>
          <p:cNvSpPr>
            <a:spLocks noGrp="1"/>
          </p:cNvSpPr>
          <p:nvPr>
            <p:ph type="title" orient="vert"/>
          </p:nvPr>
        </p:nvSpPr>
        <p:spPr>
          <a:xfrm>
            <a:off x="8724900" y="365125"/>
            <a:ext cx="2628900" cy="5811838"/>
          </a:xfrm>
        </p:spPr>
        <p:txBody>
          <a:bodyPr vert="eaVert"/>
          <a:lstStyle/>
          <a:p>
            <a:r>
              <a:rPr lang="en-GB" altLang="zh-CN"/>
              <a:t>Click to edit Master title style</a:t>
            </a:r>
            <a:endParaRPr lang="zh-CN" altLang="en-US"/>
          </a:p>
        </p:txBody>
      </p:sp>
      <p:sp>
        <p:nvSpPr>
          <p:cNvPr id="3" name="Vertical Text Placeholder 2">
            <a:extLst>
              <a:ext uri="{FF2B5EF4-FFF2-40B4-BE49-F238E27FC236}">
                <a16:creationId xmlns:a16="http://schemas.microsoft.com/office/drawing/2014/main" id="{D3998710-1340-2016-660E-C48B9D9DF87A}"/>
              </a:ext>
            </a:extLst>
          </p:cNvPr>
          <p:cNvSpPr>
            <a:spLocks noGrp="1"/>
          </p:cNvSpPr>
          <p:nvPr>
            <p:ph type="body" orient="vert" idx="1"/>
          </p:nvPr>
        </p:nvSpPr>
        <p:spPr>
          <a:xfrm>
            <a:off x="838200" y="365125"/>
            <a:ext cx="7734300" cy="5811838"/>
          </a:xfrm>
        </p:spPr>
        <p:txBody>
          <a:bodyPr vert="eaVert"/>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Date Placeholder 3">
            <a:extLst>
              <a:ext uri="{FF2B5EF4-FFF2-40B4-BE49-F238E27FC236}">
                <a16:creationId xmlns:a16="http://schemas.microsoft.com/office/drawing/2014/main" id="{067A264B-57A5-02B1-FAB0-354063840A8E}"/>
              </a:ext>
            </a:extLst>
          </p:cNvPr>
          <p:cNvSpPr>
            <a:spLocks noGrp="1"/>
          </p:cNvSpPr>
          <p:nvPr>
            <p:ph type="dt" sz="half" idx="10"/>
          </p:nvPr>
        </p:nvSpPr>
        <p:spPr/>
        <p:txBody>
          <a:bodyPr/>
          <a:lstStyle/>
          <a:p>
            <a:fld id="{E7C4057D-482D-46FE-B30D-F204DE81295A}" type="datetimeFigureOut">
              <a:rPr lang="zh-CN" altLang="en-US" smtClean="0"/>
              <a:t>2025/4/2</a:t>
            </a:fld>
            <a:endParaRPr lang="zh-CN" altLang="en-US"/>
          </a:p>
        </p:txBody>
      </p:sp>
      <p:sp>
        <p:nvSpPr>
          <p:cNvPr id="5" name="Footer Placeholder 4">
            <a:extLst>
              <a:ext uri="{FF2B5EF4-FFF2-40B4-BE49-F238E27FC236}">
                <a16:creationId xmlns:a16="http://schemas.microsoft.com/office/drawing/2014/main" id="{B68A0FDB-BDC6-99E4-B10C-69BA917BF1E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AD04705D-7E5B-3035-B3F5-A6FB5F94547B}"/>
              </a:ext>
            </a:extLst>
          </p:cNvPr>
          <p:cNvSpPr>
            <a:spLocks noGrp="1"/>
          </p:cNvSpPr>
          <p:nvPr>
            <p:ph type="sldNum" sz="quarter" idx="12"/>
          </p:nvPr>
        </p:nvSpPr>
        <p:spPr/>
        <p:txBody>
          <a:body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1383341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B955C0-E923-EFF8-E024-110BB95B53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ltLang="zh-CN"/>
              <a:t>Click to edit Master title style</a:t>
            </a:r>
            <a:endParaRPr lang="zh-CN" altLang="en-US"/>
          </a:p>
        </p:txBody>
      </p:sp>
      <p:sp>
        <p:nvSpPr>
          <p:cNvPr id="3" name="Text Placeholder 2">
            <a:extLst>
              <a:ext uri="{FF2B5EF4-FFF2-40B4-BE49-F238E27FC236}">
                <a16:creationId xmlns:a16="http://schemas.microsoft.com/office/drawing/2014/main" id="{C6E11BC9-B979-4E1B-A8AB-C8E86D866E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endParaRPr lang="zh-CN" altLang="en-US"/>
          </a:p>
        </p:txBody>
      </p:sp>
      <p:sp>
        <p:nvSpPr>
          <p:cNvPr id="4" name="Date Placeholder 3">
            <a:extLst>
              <a:ext uri="{FF2B5EF4-FFF2-40B4-BE49-F238E27FC236}">
                <a16:creationId xmlns:a16="http://schemas.microsoft.com/office/drawing/2014/main" id="{C99E0A39-71FA-FC2B-04CB-1177740A0A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C4057D-482D-46FE-B30D-F204DE81295A}" type="datetimeFigureOut">
              <a:rPr lang="zh-CN" altLang="en-US" smtClean="0"/>
              <a:t>2025/4/2</a:t>
            </a:fld>
            <a:endParaRPr lang="zh-CN" altLang="en-US"/>
          </a:p>
        </p:txBody>
      </p:sp>
      <p:sp>
        <p:nvSpPr>
          <p:cNvPr id="5" name="Footer Placeholder 4">
            <a:extLst>
              <a:ext uri="{FF2B5EF4-FFF2-40B4-BE49-F238E27FC236}">
                <a16:creationId xmlns:a16="http://schemas.microsoft.com/office/drawing/2014/main" id="{0C146592-5121-0373-AAA1-8D55C2581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a:extLst>
              <a:ext uri="{FF2B5EF4-FFF2-40B4-BE49-F238E27FC236}">
                <a16:creationId xmlns:a16="http://schemas.microsoft.com/office/drawing/2014/main" id="{B62BF729-B30D-994B-6DF8-498D4ECC1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BBC979-A357-47F9-ADF7-11CA474B3F9F}" type="slidenum">
              <a:rPr lang="zh-CN" altLang="en-US" smtClean="0"/>
              <a:t>‹#›</a:t>
            </a:fld>
            <a:endParaRPr lang="zh-CN" altLang="en-US"/>
          </a:p>
        </p:txBody>
      </p:sp>
    </p:spTree>
    <p:extLst>
      <p:ext uri="{BB962C8B-B14F-4D97-AF65-F5344CB8AC3E}">
        <p14:creationId xmlns:p14="http://schemas.microsoft.com/office/powerpoint/2010/main" val="23217861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2.xml"/><Relationship Id="rId1" Type="http://schemas.openxmlformats.org/officeDocument/2006/relationships/video" Target="https://www.youtube.com/embed/I7Rz8ZkaYWM?feature=oembe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slideLayout" Target="../slideLayouts/slideLayout2.xml"/><Relationship Id="rId1" Type="http://schemas.openxmlformats.org/officeDocument/2006/relationships/video" Target="https://www.youtube.com/embed/4LpZ6HjDrIs?feature=oembed"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slideLayout" Target="../slideLayouts/slideLayout2.xml"/><Relationship Id="rId1" Type="http://schemas.openxmlformats.org/officeDocument/2006/relationships/video" Target="https://www.youtube.com/embed/L3KJLERtMMs?feature=oembed" TargetMode="Externa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5"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6014C672-8AB3-9301-1063-C682B91B7740}"/>
              </a:ext>
            </a:extLst>
          </p:cNvPr>
          <p:cNvSpPr>
            <a:spLocks noGrp="1"/>
          </p:cNvSpPr>
          <p:nvPr>
            <p:ph type="ctrTitle"/>
          </p:nvPr>
        </p:nvSpPr>
        <p:spPr>
          <a:xfrm>
            <a:off x="2553648" y="1685749"/>
            <a:ext cx="7326822" cy="2310312"/>
          </a:xfrm>
        </p:spPr>
        <p:txBody>
          <a:bodyPr>
            <a:noAutofit/>
          </a:bodyPr>
          <a:lstStyle/>
          <a:p>
            <a:r>
              <a:rPr lang="en-US" altLang="zh-CN" sz="6600" dirty="0">
                <a:solidFill>
                  <a:schemeClr val="tx2"/>
                </a:solidFill>
              </a:rPr>
              <a:t>Augmented Reality Final Project</a:t>
            </a:r>
            <a:endParaRPr lang="zh-CN" altLang="en-US" sz="6600" dirty="0">
              <a:solidFill>
                <a:schemeClr val="tx2"/>
              </a:solidFill>
            </a:endParaRPr>
          </a:p>
        </p:txBody>
      </p:sp>
      <p:sp>
        <p:nvSpPr>
          <p:cNvPr id="3" name="Subtitle 2">
            <a:extLst>
              <a:ext uri="{FF2B5EF4-FFF2-40B4-BE49-F238E27FC236}">
                <a16:creationId xmlns:a16="http://schemas.microsoft.com/office/drawing/2014/main" id="{4BD2F49A-F630-54EA-CF79-0171C9840BB5}"/>
              </a:ext>
            </a:extLst>
          </p:cNvPr>
          <p:cNvSpPr>
            <a:spLocks noGrp="1"/>
          </p:cNvSpPr>
          <p:nvPr>
            <p:ph type="subTitle" idx="1"/>
          </p:nvPr>
        </p:nvSpPr>
        <p:spPr>
          <a:xfrm>
            <a:off x="3215729" y="4165152"/>
            <a:ext cx="5760846" cy="682079"/>
          </a:xfrm>
        </p:spPr>
        <p:txBody>
          <a:bodyPr>
            <a:noAutofit/>
          </a:bodyPr>
          <a:lstStyle/>
          <a:p>
            <a:r>
              <a:rPr lang="en-US" altLang="zh-CN" sz="3600" dirty="0">
                <a:solidFill>
                  <a:schemeClr val="tx2"/>
                </a:solidFill>
              </a:rPr>
              <a:t>MR Virtual Drums</a:t>
            </a:r>
          </a:p>
          <a:p>
            <a:r>
              <a:rPr lang="en-US" altLang="zh-CN" sz="3600" dirty="0">
                <a:solidFill>
                  <a:schemeClr val="tx2"/>
                </a:solidFill>
              </a:rPr>
              <a:t>Group2</a:t>
            </a:r>
            <a:endParaRPr lang="zh-CN" altLang="en-US" sz="3600" dirty="0">
              <a:solidFill>
                <a:schemeClr val="tx2"/>
              </a:solidFill>
            </a:endParaRPr>
          </a:p>
        </p:txBody>
      </p:sp>
    </p:spTree>
    <p:extLst>
      <p:ext uri="{BB962C8B-B14F-4D97-AF65-F5344CB8AC3E}">
        <p14:creationId xmlns:p14="http://schemas.microsoft.com/office/powerpoint/2010/main" val="3250369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80B13DF7-1966-00F2-B1C1-C8A85A04D997}"/>
              </a:ext>
            </a:extLst>
          </p:cNvPr>
          <p:cNvSpPr>
            <a:spLocks noGrp="1"/>
          </p:cNvSpPr>
          <p:nvPr>
            <p:ph type="title"/>
          </p:nvPr>
        </p:nvSpPr>
        <p:spPr>
          <a:xfrm>
            <a:off x="806043" y="196886"/>
            <a:ext cx="10579608" cy="1188720"/>
          </a:xfrm>
        </p:spPr>
        <p:txBody>
          <a:bodyPr>
            <a:normAutofit/>
          </a:bodyPr>
          <a:lstStyle/>
          <a:p>
            <a:r>
              <a:rPr lang="en-US" altLang="zh-CN" dirty="0">
                <a:solidFill>
                  <a:schemeClr val="tx2"/>
                </a:solidFill>
              </a:rPr>
              <a:t>Introduction</a:t>
            </a:r>
            <a:endParaRPr lang="zh-CN" altLang="en-US" dirty="0">
              <a:solidFill>
                <a:schemeClr val="tx2"/>
              </a:solidFill>
            </a:endParaRPr>
          </a:p>
        </p:txBody>
      </p:sp>
      <p:grpSp>
        <p:nvGrpSpPr>
          <p:cNvPr id="32" name="Group 31">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33" name="Freeform: Shape 32">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6" name="Freeform: Shape 35">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8" name="Group 37">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39" name="Freeform: Shape 38">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24" name="Content Placeholder 2">
            <a:extLst>
              <a:ext uri="{FF2B5EF4-FFF2-40B4-BE49-F238E27FC236}">
                <a16:creationId xmlns:a16="http://schemas.microsoft.com/office/drawing/2014/main" id="{BA31951F-1D69-F2B0-0D3A-5C7955B710A0}"/>
              </a:ext>
            </a:extLst>
          </p:cNvPr>
          <p:cNvGraphicFramePr>
            <a:graphicFrameLocks noGrp="1"/>
          </p:cNvGraphicFramePr>
          <p:nvPr>
            <p:ph idx="1"/>
            <p:extLst>
              <p:ext uri="{D42A27DB-BD31-4B8C-83A1-F6EECF244321}">
                <p14:modId xmlns:p14="http://schemas.microsoft.com/office/powerpoint/2010/main" val="340564119"/>
              </p:ext>
            </p:extLst>
          </p:nvPr>
        </p:nvGraphicFramePr>
        <p:xfrm>
          <a:off x="479353" y="1061161"/>
          <a:ext cx="11388182" cy="3530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0825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E5BBB1-7A37-6E57-6BCC-5265686F76DB}"/>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1" name="Group 30">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32" name="Freeform: Shape 31">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Freeform: Shape 32">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D940F81B-ADF2-EF63-43B0-774A4AC94044}"/>
              </a:ext>
            </a:extLst>
          </p:cNvPr>
          <p:cNvSpPr>
            <a:spLocks noGrp="1"/>
          </p:cNvSpPr>
          <p:nvPr>
            <p:ph type="title"/>
          </p:nvPr>
        </p:nvSpPr>
        <p:spPr>
          <a:xfrm>
            <a:off x="1072700" y="1243701"/>
            <a:ext cx="3855720" cy="4371974"/>
          </a:xfrm>
        </p:spPr>
        <p:txBody>
          <a:bodyPr>
            <a:normAutofit/>
          </a:bodyPr>
          <a:lstStyle/>
          <a:p>
            <a:r>
              <a:rPr lang="en-US" altLang="zh-CN" dirty="0">
                <a:solidFill>
                  <a:schemeClr val="tx2"/>
                </a:solidFill>
              </a:rPr>
              <a:t>Topic of Interest</a:t>
            </a:r>
            <a:endParaRPr lang="zh-CN" altLang="en-US" dirty="0">
              <a:solidFill>
                <a:schemeClr val="tx2"/>
              </a:solidFill>
            </a:endParaRPr>
          </a:p>
        </p:txBody>
      </p:sp>
      <p:sp>
        <p:nvSpPr>
          <p:cNvPr id="3" name="Content Placeholder 2">
            <a:extLst>
              <a:ext uri="{FF2B5EF4-FFF2-40B4-BE49-F238E27FC236}">
                <a16:creationId xmlns:a16="http://schemas.microsoft.com/office/drawing/2014/main" id="{51228283-5640-912F-8293-C9C774A4E154}"/>
              </a:ext>
            </a:extLst>
          </p:cNvPr>
          <p:cNvSpPr>
            <a:spLocks noGrp="1"/>
          </p:cNvSpPr>
          <p:nvPr>
            <p:ph idx="1"/>
          </p:nvPr>
        </p:nvSpPr>
        <p:spPr>
          <a:xfrm>
            <a:off x="6172200" y="804672"/>
            <a:ext cx="5221224" cy="5230368"/>
          </a:xfrm>
        </p:spPr>
        <p:txBody>
          <a:bodyPr anchor="ctr">
            <a:normAutofit/>
          </a:bodyPr>
          <a:lstStyle/>
          <a:p>
            <a:pPr marL="0" indent="0">
              <a:buNone/>
            </a:pPr>
            <a:r>
              <a:rPr lang="en-US" altLang="zh-CN" sz="2400" dirty="0">
                <a:solidFill>
                  <a:schemeClr val="tx2"/>
                </a:solidFill>
              </a:rPr>
              <a:t>This project focuses on </a:t>
            </a:r>
            <a:r>
              <a:rPr lang="en-US" altLang="zh-CN" sz="2400" b="1" dirty="0">
                <a:solidFill>
                  <a:schemeClr val="tx2"/>
                </a:solidFill>
              </a:rPr>
              <a:t>VR Drums games</a:t>
            </a:r>
            <a:r>
              <a:rPr lang="en-US" altLang="zh-CN" sz="2400" dirty="0">
                <a:solidFill>
                  <a:schemeClr val="tx2"/>
                </a:solidFill>
              </a:rPr>
              <a:t>, examining how virtual drumming enhances user experience, musical creativity, and physical engagement. The study will explore </a:t>
            </a:r>
            <a:r>
              <a:rPr lang="en-US" altLang="zh-CN" sz="2400" b="1" dirty="0">
                <a:solidFill>
                  <a:schemeClr val="tx2"/>
                </a:solidFill>
              </a:rPr>
              <a:t>interaction mechanics, latency issues, realism in sound and haptics, and potential applications in music learning and entertainment</a:t>
            </a:r>
            <a:r>
              <a:rPr lang="en-US" altLang="zh-CN" sz="2400" dirty="0">
                <a:solidFill>
                  <a:schemeClr val="tx2"/>
                </a:solidFill>
              </a:rPr>
              <a:t>.</a:t>
            </a:r>
            <a:endParaRPr lang="zh-CN" altLang="en-US" sz="2400" dirty="0">
              <a:solidFill>
                <a:schemeClr val="tx2"/>
              </a:solidFill>
            </a:endParaRPr>
          </a:p>
        </p:txBody>
      </p:sp>
    </p:spTree>
    <p:extLst>
      <p:ext uri="{BB962C8B-B14F-4D97-AF65-F5344CB8AC3E}">
        <p14:creationId xmlns:p14="http://schemas.microsoft.com/office/powerpoint/2010/main" val="4147431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E873D-6950-B486-00A8-22F9C2D9B5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EE20E-9CE0-7E5F-5313-EC009E1CFE23}"/>
              </a:ext>
            </a:extLst>
          </p:cNvPr>
          <p:cNvSpPr>
            <a:spLocks noGrp="1"/>
          </p:cNvSpPr>
          <p:nvPr>
            <p:ph type="title"/>
          </p:nvPr>
        </p:nvSpPr>
        <p:spPr/>
        <p:txBody>
          <a:bodyPr/>
          <a:lstStyle/>
          <a:p>
            <a:r>
              <a:rPr lang="en-US" altLang="zh-CN" dirty="0"/>
              <a:t>Virtual and Augmented Reality in Music Performance</a:t>
            </a:r>
            <a:endParaRPr lang="zh-CN" altLang="en-US" dirty="0"/>
          </a:p>
        </p:txBody>
      </p:sp>
      <p:graphicFrame>
        <p:nvGraphicFramePr>
          <p:cNvPr id="10" name="Rectangle 3">
            <a:extLst>
              <a:ext uri="{FF2B5EF4-FFF2-40B4-BE49-F238E27FC236}">
                <a16:creationId xmlns:a16="http://schemas.microsoft.com/office/drawing/2014/main" id="{BFE3B6EB-A63A-1882-677E-0292FE58ACBC}"/>
              </a:ext>
            </a:extLst>
          </p:cNvPr>
          <p:cNvGraphicFramePr>
            <a:graphicFrameLocks noGrp="1"/>
          </p:cNvGraphicFramePr>
          <p:nvPr>
            <p:ph idx="1"/>
            <p:extLst>
              <p:ext uri="{D42A27DB-BD31-4B8C-83A1-F6EECF244321}">
                <p14:modId xmlns:p14="http://schemas.microsoft.com/office/powerpoint/2010/main" val="2443469539"/>
              </p:ext>
            </p:extLst>
          </p:nvPr>
        </p:nvGraphicFramePr>
        <p:xfrm>
          <a:off x="757083" y="1563328"/>
          <a:ext cx="11218607" cy="50734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39605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15EF463-CE9A-4C1A-CC46-EA5D85FAE72E}"/>
              </a:ext>
            </a:extLst>
          </p:cNvPr>
          <p:cNvSpPr>
            <a:spLocks noGrp="1"/>
          </p:cNvSpPr>
          <p:nvPr>
            <p:ph type="title"/>
          </p:nvPr>
        </p:nvSpPr>
        <p:spPr>
          <a:xfrm>
            <a:off x="838200" y="5358141"/>
            <a:ext cx="10515600" cy="942664"/>
          </a:xfrm>
        </p:spPr>
        <p:txBody>
          <a:bodyPr vert="horz" lIns="91440" tIns="45720" rIns="91440" bIns="45720" rtlCol="0" anchor="ctr">
            <a:normAutofit/>
          </a:bodyPr>
          <a:lstStyle/>
          <a:p>
            <a:pPr algn="ctr"/>
            <a:r>
              <a:rPr lang="en-US" altLang="zh-CN" sz="5200" kern="1200" dirty="0">
                <a:solidFill>
                  <a:schemeClr val="tx1"/>
                </a:solidFill>
                <a:latin typeface="+mj-lt"/>
                <a:ea typeface="+mj-ea"/>
                <a:cs typeface="+mj-cs"/>
              </a:rPr>
              <a:t>Existing Similar Works: Smash Drums</a:t>
            </a:r>
          </a:p>
        </p:txBody>
      </p:sp>
      <p:pic>
        <p:nvPicPr>
          <p:cNvPr id="4" name="Online Media 3" title="Smash Drums - Quest store launch trailer">
            <a:hlinkClick r:id="" action="ppaction://media"/>
            <a:extLst>
              <a:ext uri="{FF2B5EF4-FFF2-40B4-BE49-F238E27FC236}">
                <a16:creationId xmlns:a16="http://schemas.microsoft.com/office/drawing/2014/main" id="{BD2DD8A4-3F0E-C435-CB4C-4835A8F321BB}"/>
              </a:ext>
            </a:extLst>
          </p:cNvPr>
          <p:cNvPicPr>
            <a:picLocks noGrp="1" noRot="1" noChangeAspect="1"/>
          </p:cNvPicPr>
          <p:nvPr>
            <p:ph idx="1"/>
            <a:videoFile r:link="rId1"/>
          </p:nvPr>
        </p:nvPicPr>
        <p:blipFill>
          <a:blip r:embed="rId3"/>
          <a:stretch>
            <a:fillRect/>
          </a:stretch>
        </p:blipFill>
        <p:spPr>
          <a:xfrm>
            <a:off x="1999333" y="557189"/>
            <a:ext cx="8193334" cy="4629236"/>
          </a:xfrm>
          <a:prstGeom prst="rect">
            <a:avLst/>
          </a:prstGeom>
        </p:spPr>
      </p:pic>
    </p:spTree>
    <p:extLst>
      <p:ext uri="{BB962C8B-B14F-4D97-AF65-F5344CB8AC3E}">
        <p14:creationId xmlns:p14="http://schemas.microsoft.com/office/powerpoint/2010/main" val="244469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F6B163-86F5-7FC1-4368-A917F512A58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597B2BD-22AE-FFB5-86A2-9FC62C86C690}"/>
              </a:ext>
            </a:extLst>
          </p:cNvPr>
          <p:cNvSpPr>
            <a:spLocks noGrp="1"/>
          </p:cNvSpPr>
          <p:nvPr>
            <p:ph type="title"/>
          </p:nvPr>
        </p:nvSpPr>
        <p:spPr>
          <a:xfrm>
            <a:off x="838200" y="5358141"/>
            <a:ext cx="10515600" cy="942664"/>
          </a:xfrm>
        </p:spPr>
        <p:txBody>
          <a:bodyPr vert="horz" lIns="91440" tIns="45720" rIns="91440" bIns="45720" rtlCol="0" anchor="ctr">
            <a:normAutofit/>
          </a:bodyPr>
          <a:lstStyle/>
          <a:p>
            <a:pPr algn="ctr"/>
            <a:r>
              <a:rPr lang="en-US" altLang="zh-CN" sz="5200" kern="1200" dirty="0">
                <a:solidFill>
                  <a:schemeClr val="tx1"/>
                </a:solidFill>
                <a:latin typeface="+mj-lt"/>
                <a:ea typeface="+mj-ea"/>
                <a:cs typeface="+mj-cs"/>
              </a:rPr>
              <a:t>Existing Similar Works: Drums Rock</a:t>
            </a:r>
          </a:p>
        </p:txBody>
      </p:sp>
      <p:pic>
        <p:nvPicPr>
          <p:cNvPr id="6" name="Online Media 5" title="Drums Rock - Smash Fest DLC | PS VR2 Games">
            <a:hlinkClick r:id="" action="ppaction://media"/>
            <a:extLst>
              <a:ext uri="{FF2B5EF4-FFF2-40B4-BE49-F238E27FC236}">
                <a16:creationId xmlns:a16="http://schemas.microsoft.com/office/drawing/2014/main" id="{3CCE4FB9-B80E-8CA8-DA3F-C541EC00FD69}"/>
              </a:ext>
            </a:extLst>
          </p:cNvPr>
          <p:cNvPicPr>
            <a:picLocks noGrp="1" noRot="1" noChangeAspect="1"/>
          </p:cNvPicPr>
          <p:nvPr>
            <p:ph idx="1"/>
            <a:videoFile r:link="rId1"/>
          </p:nvPr>
        </p:nvPicPr>
        <p:blipFill>
          <a:blip r:embed="rId3"/>
          <a:stretch>
            <a:fillRect/>
          </a:stretch>
        </p:blipFill>
        <p:spPr>
          <a:xfrm>
            <a:off x="1999333" y="557189"/>
            <a:ext cx="8193334" cy="4629236"/>
          </a:xfrm>
          <a:prstGeom prst="rect">
            <a:avLst/>
          </a:prstGeom>
        </p:spPr>
      </p:pic>
    </p:spTree>
    <p:extLst>
      <p:ext uri="{BB962C8B-B14F-4D97-AF65-F5344CB8AC3E}">
        <p14:creationId xmlns:p14="http://schemas.microsoft.com/office/powerpoint/2010/main" val="142918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43022D-EDA8-941B-07D6-937A65A635F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1942232-83D0-49E2-AF9B-1F97E3C1EF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9E70D72-6E23-4015-A4A6-85C120C191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3399962-F987-A6FF-809D-D6D76AD0D4DA}"/>
              </a:ext>
            </a:extLst>
          </p:cNvPr>
          <p:cNvSpPr>
            <a:spLocks noGrp="1"/>
          </p:cNvSpPr>
          <p:nvPr>
            <p:ph type="title"/>
          </p:nvPr>
        </p:nvSpPr>
        <p:spPr>
          <a:xfrm>
            <a:off x="3863782" y="140015"/>
            <a:ext cx="8109949" cy="1325880"/>
          </a:xfrm>
        </p:spPr>
        <p:txBody>
          <a:bodyPr anchor="b">
            <a:normAutofit/>
          </a:bodyPr>
          <a:lstStyle/>
          <a:p>
            <a:pPr algn="ctr"/>
            <a:r>
              <a:rPr lang="en-US" altLang="zh-CN" sz="4800" dirty="0" err="1">
                <a:solidFill>
                  <a:schemeClr val="tx2"/>
                </a:solidFill>
              </a:rPr>
              <a:t>AeroDrums</a:t>
            </a:r>
            <a:r>
              <a:rPr lang="en-US" altLang="zh-CN" sz="4800" dirty="0">
                <a:solidFill>
                  <a:schemeClr val="tx2"/>
                </a:solidFill>
              </a:rPr>
              <a:t> - Optical Tracking</a:t>
            </a:r>
            <a:endParaRPr lang="zh-CN" altLang="en-US" sz="4800" dirty="0">
              <a:solidFill>
                <a:schemeClr val="tx2"/>
              </a:solidFill>
            </a:endParaRPr>
          </a:p>
        </p:txBody>
      </p:sp>
      <p:grpSp>
        <p:nvGrpSpPr>
          <p:cNvPr id="15" name="Group 14">
            <a:extLst>
              <a:ext uri="{FF2B5EF4-FFF2-40B4-BE49-F238E27FC236}">
                <a16:creationId xmlns:a16="http://schemas.microsoft.com/office/drawing/2014/main" id="{C28A977F-B603-4D81-B0FC-C8DE048A7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8"/>
            <a:chOff x="-305" y="-1"/>
            <a:chExt cx="3832880" cy="2876136"/>
          </a:xfrm>
        </p:grpSpPr>
        <p:sp>
          <p:nvSpPr>
            <p:cNvPr id="16" name="Freeform: Shape 15">
              <a:extLst>
                <a:ext uri="{FF2B5EF4-FFF2-40B4-BE49-F238E27FC236}">
                  <a16:creationId xmlns:a16="http://schemas.microsoft.com/office/drawing/2014/main" id="{0183CE8C-E039-4B2F-A36E-5FD5CD5DE1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EB77281-FAB4-40D0-B3F3-264EC4AB20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815E59F3-75FC-494F-8737-5F00A4964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ADDCFA-B066-4D79-AB71-062E66E58F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Content Placeholder 3">
            <a:extLst>
              <a:ext uri="{FF2B5EF4-FFF2-40B4-BE49-F238E27FC236}">
                <a16:creationId xmlns:a16="http://schemas.microsoft.com/office/drawing/2014/main" id="{08A72616-2458-DD57-FBE9-8C736943BA40}"/>
              </a:ext>
            </a:extLst>
          </p:cNvPr>
          <p:cNvPicPr>
            <a:picLocks noChangeAspect="1"/>
          </p:cNvPicPr>
          <p:nvPr/>
        </p:nvPicPr>
        <p:blipFill>
          <a:blip r:embed="rId2"/>
          <a:stretch>
            <a:fillRect/>
          </a:stretch>
        </p:blipFill>
        <p:spPr>
          <a:xfrm>
            <a:off x="466921" y="2035524"/>
            <a:ext cx="10058399" cy="4475984"/>
          </a:xfrm>
          <a:prstGeom prst="rect">
            <a:avLst/>
          </a:prstGeom>
        </p:spPr>
      </p:pic>
      <p:grpSp>
        <p:nvGrpSpPr>
          <p:cNvPr id="21" name="Group 20">
            <a:extLst>
              <a:ext uri="{FF2B5EF4-FFF2-40B4-BE49-F238E27FC236}">
                <a16:creationId xmlns:a16="http://schemas.microsoft.com/office/drawing/2014/main" id="{C78D9229-E61D-4FEE-8321-2F8B64A8CAD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6037" y="4852038"/>
            <a:ext cx="2151670" cy="1860256"/>
            <a:chOff x="-305" y="-4155"/>
            <a:chExt cx="2514948" cy="2174333"/>
          </a:xfrm>
        </p:grpSpPr>
        <p:sp>
          <p:nvSpPr>
            <p:cNvPr id="22" name="Freeform: Shape 21">
              <a:extLst>
                <a:ext uri="{FF2B5EF4-FFF2-40B4-BE49-F238E27FC236}">
                  <a16:creationId xmlns:a16="http://schemas.microsoft.com/office/drawing/2014/main" id="{1FDD3CCB-26A3-4D79-AEB6-7A60CF980D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E9AC4470-5113-4709-B29F-CDB937F254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3E0D146C-9DAB-421E-AE88-5F854BF3F7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5" name="Freeform: Shape 24">
              <a:extLst>
                <a:ext uri="{FF2B5EF4-FFF2-40B4-BE49-F238E27FC236}">
                  <a16:creationId xmlns:a16="http://schemas.microsoft.com/office/drawing/2014/main" id="{12EB32A5-4408-4F6C-84B2-F9A908237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038129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C8045C-5752-6698-063A-65A306332048}"/>
            </a:ext>
          </a:extLst>
        </p:cNvPr>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3B47FC9C-2ED3-4100-A4EF-E8CDFEE10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FFF2B3E-6BF8-C981-47FE-6F36587B3A4D}"/>
              </a:ext>
            </a:extLst>
          </p:cNvPr>
          <p:cNvSpPr>
            <a:spLocks noGrp="1"/>
          </p:cNvSpPr>
          <p:nvPr>
            <p:ph type="title"/>
          </p:nvPr>
        </p:nvSpPr>
        <p:spPr>
          <a:xfrm>
            <a:off x="838200" y="5358141"/>
            <a:ext cx="10515600" cy="942664"/>
          </a:xfrm>
        </p:spPr>
        <p:txBody>
          <a:bodyPr vert="horz" lIns="91440" tIns="45720" rIns="91440" bIns="45720" rtlCol="0" anchor="ctr">
            <a:normAutofit/>
          </a:bodyPr>
          <a:lstStyle/>
          <a:p>
            <a:pPr algn="ctr"/>
            <a:r>
              <a:rPr lang="en-US" altLang="zh-CN" sz="5200" kern="1200">
                <a:solidFill>
                  <a:schemeClr val="tx1"/>
                </a:solidFill>
                <a:latin typeface="+mj-lt"/>
                <a:ea typeface="+mj-ea"/>
                <a:cs typeface="+mj-cs"/>
              </a:rPr>
              <a:t>AeroDrums - Optical Tracking</a:t>
            </a:r>
          </a:p>
        </p:txBody>
      </p:sp>
      <p:pic>
        <p:nvPicPr>
          <p:cNvPr id="6" name="Online Media 5" title="Hands">
            <a:hlinkClick r:id="" action="ppaction://media"/>
            <a:extLst>
              <a:ext uri="{FF2B5EF4-FFF2-40B4-BE49-F238E27FC236}">
                <a16:creationId xmlns:a16="http://schemas.microsoft.com/office/drawing/2014/main" id="{085E484E-7A97-874E-5260-FE5C49B2F3F9}"/>
              </a:ext>
            </a:extLst>
          </p:cNvPr>
          <p:cNvPicPr>
            <a:picLocks noRot="1" noChangeAspect="1"/>
          </p:cNvPicPr>
          <p:nvPr>
            <a:videoFile r:link="rId1"/>
          </p:nvPr>
        </p:nvPicPr>
        <p:blipFill>
          <a:blip r:embed="rId3"/>
          <a:stretch>
            <a:fillRect/>
          </a:stretch>
        </p:blipFill>
        <p:spPr>
          <a:xfrm>
            <a:off x="1999333" y="557189"/>
            <a:ext cx="8193334" cy="4629236"/>
          </a:xfrm>
          <a:prstGeom prst="rect">
            <a:avLst/>
          </a:prstGeom>
        </p:spPr>
      </p:pic>
    </p:spTree>
    <p:extLst>
      <p:ext uri="{BB962C8B-B14F-4D97-AF65-F5344CB8AC3E}">
        <p14:creationId xmlns:p14="http://schemas.microsoft.com/office/powerpoint/2010/main" val="74478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D144591-E9E9-4209-8701-3BB48A917D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文本框 4">
            <a:extLst>
              <a:ext uri="{FF2B5EF4-FFF2-40B4-BE49-F238E27FC236}">
                <a16:creationId xmlns:a16="http://schemas.microsoft.com/office/drawing/2014/main" id="{67382E1E-04F5-13A1-919F-DE52B76C255B}"/>
              </a:ext>
            </a:extLst>
          </p:cNvPr>
          <p:cNvSpPr txBox="1"/>
          <p:nvPr/>
        </p:nvSpPr>
        <p:spPr>
          <a:xfrm>
            <a:off x="9311148" y="459223"/>
            <a:ext cx="2789903" cy="5577367"/>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0" i="0" kern="1200" dirty="0">
                <a:solidFill>
                  <a:schemeClr val="tx1"/>
                </a:solidFill>
                <a:effectLst/>
                <a:latin typeface="+mj-lt"/>
                <a:ea typeface="+mj-ea"/>
                <a:cs typeface="+mj-cs"/>
              </a:rPr>
              <a:t>Technical Challenges </a:t>
            </a:r>
            <a:endParaRPr lang="en-US" sz="4400" kern="1200" dirty="0">
              <a:solidFill>
                <a:schemeClr val="tx1"/>
              </a:solidFill>
              <a:latin typeface="+mj-lt"/>
              <a:ea typeface="+mj-ea"/>
              <a:cs typeface="+mj-cs"/>
            </a:endParaRPr>
          </a:p>
        </p:txBody>
      </p:sp>
      <p:graphicFrame>
        <p:nvGraphicFramePr>
          <p:cNvPr id="10" name="文本框 6">
            <a:extLst>
              <a:ext uri="{FF2B5EF4-FFF2-40B4-BE49-F238E27FC236}">
                <a16:creationId xmlns:a16="http://schemas.microsoft.com/office/drawing/2014/main" id="{60556F51-D27B-33FE-9A4D-196489EA916E}"/>
              </a:ext>
            </a:extLst>
          </p:cNvPr>
          <p:cNvGraphicFramePr/>
          <p:nvPr>
            <p:extLst>
              <p:ext uri="{D42A27DB-BD31-4B8C-83A1-F6EECF244321}">
                <p14:modId xmlns:p14="http://schemas.microsoft.com/office/powerpoint/2010/main" val="378845686"/>
              </p:ext>
            </p:extLst>
          </p:nvPr>
        </p:nvGraphicFramePr>
        <p:xfrm>
          <a:off x="265471" y="0"/>
          <a:ext cx="8497865"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93255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5" name="Rectangle 1034">
            <a:extLst>
              <a:ext uri="{FF2B5EF4-FFF2-40B4-BE49-F238E27FC236}">
                <a16:creationId xmlns:a16="http://schemas.microsoft.com/office/drawing/2014/main" id="{AE6CA01B-0DEB-4E9A-9768-B728DA42C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文本框 4">
            <a:extLst>
              <a:ext uri="{FF2B5EF4-FFF2-40B4-BE49-F238E27FC236}">
                <a16:creationId xmlns:a16="http://schemas.microsoft.com/office/drawing/2014/main" id="{31780EE0-0EA5-6AFC-6E6C-EB2DF43781CF}"/>
              </a:ext>
            </a:extLst>
          </p:cNvPr>
          <p:cNvSpPr txBox="1"/>
          <p:nvPr/>
        </p:nvSpPr>
        <p:spPr>
          <a:xfrm>
            <a:off x="863666" y="-4234"/>
            <a:ext cx="6318649" cy="1454051"/>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dirty="0">
                <a:solidFill>
                  <a:schemeClr val="tx2"/>
                </a:solidFill>
                <a:latin typeface="+mj-lt"/>
                <a:ea typeface="+mj-ea"/>
                <a:cs typeface="+mj-cs"/>
              </a:rPr>
              <a:t>I</a:t>
            </a:r>
            <a:r>
              <a:rPr lang="en-US" sz="4400" b="0" i="0" dirty="0">
                <a:solidFill>
                  <a:schemeClr val="tx2"/>
                </a:solidFill>
                <a:effectLst/>
                <a:latin typeface="+mj-lt"/>
                <a:ea typeface="+mj-ea"/>
                <a:cs typeface="+mj-cs"/>
              </a:rPr>
              <a:t>mplementation</a:t>
            </a:r>
            <a:endParaRPr lang="en-US" sz="4400" dirty="0">
              <a:solidFill>
                <a:schemeClr val="tx2"/>
              </a:solidFill>
              <a:latin typeface="+mj-lt"/>
              <a:ea typeface="+mj-ea"/>
              <a:cs typeface="+mj-cs"/>
            </a:endParaRPr>
          </a:p>
        </p:txBody>
      </p:sp>
      <p:grpSp>
        <p:nvGrpSpPr>
          <p:cNvPr id="1037" name="Group 1036">
            <a:extLst>
              <a:ext uri="{FF2B5EF4-FFF2-40B4-BE49-F238E27FC236}">
                <a16:creationId xmlns:a16="http://schemas.microsoft.com/office/drawing/2014/main" id="{A57D8C8E-634E-4E83-9657-225A4DFE47E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155"/>
            <a:ext cx="2514948" cy="2174333"/>
            <a:chOff x="-305" y="-4155"/>
            <a:chExt cx="2514948" cy="2174333"/>
          </a:xfrm>
        </p:grpSpPr>
        <p:sp>
          <p:nvSpPr>
            <p:cNvPr id="1038" name="Freeform: Shape 1037">
              <a:extLst>
                <a:ext uri="{FF2B5EF4-FFF2-40B4-BE49-F238E27FC236}">
                  <a16:creationId xmlns:a16="http://schemas.microsoft.com/office/drawing/2014/main" id="{9D5D1578-BE90-4A7E-9856-BB4025E5AE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Freeform: Shape 1038">
              <a:extLst>
                <a:ext uri="{FF2B5EF4-FFF2-40B4-BE49-F238E27FC236}">
                  <a16:creationId xmlns:a16="http://schemas.microsoft.com/office/drawing/2014/main" id="{18ADDDE1-EC05-4BE5-9866-89714E0B73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Freeform: Shape 1039">
              <a:extLst>
                <a:ext uri="{FF2B5EF4-FFF2-40B4-BE49-F238E27FC236}">
                  <a16:creationId xmlns:a16="http://schemas.microsoft.com/office/drawing/2014/main" id="{0A118A52-E1FF-455C-B1A1-1CF50EE059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41" name="Freeform: Shape 1040">
              <a:extLst>
                <a:ext uri="{FF2B5EF4-FFF2-40B4-BE49-F238E27FC236}">
                  <a16:creationId xmlns:a16="http://schemas.microsoft.com/office/drawing/2014/main" id="{30E1677B-677B-48F1-971D-9E7F3CA512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030" name="Picture 6" descr="screenshot">
            <a:extLst>
              <a:ext uri="{FF2B5EF4-FFF2-40B4-BE49-F238E27FC236}">
                <a16:creationId xmlns:a16="http://schemas.microsoft.com/office/drawing/2014/main" id="{F9C6AF02-46AC-DCB3-D223-91A12FF2B46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325587" y="2293679"/>
            <a:ext cx="3389008" cy="2262163"/>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6DA57707-114D-1710-7936-853488F9D755}"/>
              </a:ext>
            </a:extLst>
          </p:cNvPr>
          <p:cNvSpPr txBox="1"/>
          <p:nvPr/>
        </p:nvSpPr>
        <p:spPr>
          <a:xfrm>
            <a:off x="344130" y="1943661"/>
            <a:ext cx="7362005" cy="4673449"/>
          </a:xfrm>
          <a:prstGeom prst="rect">
            <a:avLst/>
          </a:prstGeom>
        </p:spPr>
        <p:txBody>
          <a:bodyPr vert="horz" lIns="91440" tIns="45720" rIns="91440" bIns="45720" rtlCol="0" anchor="ctr">
            <a:normAutofit fontScale="62500" lnSpcReduction="20000"/>
          </a:bodyPr>
          <a:lstStyle/>
          <a:p>
            <a:pPr>
              <a:lnSpc>
                <a:spcPct val="90000"/>
              </a:lnSpc>
              <a:spcAft>
                <a:spcPts val="600"/>
              </a:spcAft>
            </a:pPr>
            <a:r>
              <a:rPr lang="en-US" sz="3500" dirty="0">
                <a:solidFill>
                  <a:schemeClr val="tx2"/>
                </a:solidFill>
                <a:effectLst/>
              </a:rPr>
              <a:t>We use the Unity physics engine to simulate drumstick motion, collision detection, and </a:t>
            </a:r>
            <a:r>
              <a:rPr lang="en-US" altLang="zh-CN" sz="3500" dirty="0">
                <a:solidFill>
                  <a:schemeClr val="tx2"/>
                </a:solidFill>
                <a:effectLst/>
              </a:rPr>
              <a:t>hit</a:t>
            </a:r>
            <a:r>
              <a:rPr lang="en-US" sz="3500" dirty="0">
                <a:solidFill>
                  <a:schemeClr val="tx2"/>
                </a:solidFill>
                <a:effectLst/>
              </a:rPr>
              <a:t> feedback, Quest 2 to implement grasping and releasing virtual drumsticks, and the Quest 2 passthrough API to put virtual drums in the real world.</a:t>
            </a:r>
            <a:endParaRPr lang="en-US" sz="3500" dirty="0">
              <a:solidFill>
                <a:schemeClr val="tx2"/>
              </a:solidFill>
            </a:endParaRPr>
          </a:p>
          <a:p>
            <a:pPr indent="-228600">
              <a:lnSpc>
                <a:spcPct val="90000"/>
              </a:lnSpc>
              <a:spcAft>
                <a:spcPts val="600"/>
              </a:spcAft>
              <a:buFont typeface="Arial" panose="020B0604020202020204" pitchFamily="34" charset="0"/>
              <a:buChar char="•"/>
            </a:pPr>
            <a:endParaRPr lang="en-US" sz="3500" dirty="0">
              <a:solidFill>
                <a:schemeClr val="tx2"/>
              </a:solidFill>
            </a:endParaRPr>
          </a:p>
          <a:p>
            <a:pPr>
              <a:lnSpc>
                <a:spcPct val="90000"/>
              </a:lnSpc>
              <a:spcAft>
                <a:spcPts val="600"/>
              </a:spcAft>
            </a:pPr>
            <a:r>
              <a:rPr lang="en-US" sz="3500" b="1" dirty="0">
                <a:solidFill>
                  <a:schemeClr val="tx2"/>
                </a:solidFill>
                <a:effectLst/>
              </a:rPr>
              <a:t>Libraries:</a:t>
            </a:r>
          </a:p>
          <a:p>
            <a:pPr>
              <a:lnSpc>
                <a:spcPct val="90000"/>
              </a:lnSpc>
              <a:spcAft>
                <a:spcPts val="600"/>
              </a:spcAft>
            </a:pPr>
            <a:r>
              <a:rPr lang="en-US" sz="3500" dirty="0">
                <a:solidFill>
                  <a:schemeClr val="tx2"/>
                </a:solidFill>
                <a:effectLst/>
              </a:rPr>
              <a:t>• Meta XR SDK: passthrough, VR interaction</a:t>
            </a:r>
          </a:p>
          <a:p>
            <a:pPr>
              <a:lnSpc>
                <a:spcPct val="90000"/>
              </a:lnSpc>
              <a:spcAft>
                <a:spcPts val="600"/>
              </a:spcAft>
            </a:pPr>
            <a:r>
              <a:rPr lang="en-US" sz="3500" dirty="0">
                <a:solidFill>
                  <a:schemeClr val="tx2"/>
                </a:solidFill>
                <a:effectLst/>
              </a:rPr>
              <a:t>• Unity XR Toolkit: AR/VR interaction framework</a:t>
            </a:r>
          </a:p>
          <a:p>
            <a:pPr>
              <a:lnSpc>
                <a:spcPct val="90000"/>
              </a:lnSpc>
              <a:spcAft>
                <a:spcPts val="600"/>
              </a:spcAft>
            </a:pPr>
            <a:r>
              <a:rPr lang="en-US" sz="3500" dirty="0">
                <a:solidFill>
                  <a:schemeClr val="tx2"/>
                </a:solidFill>
                <a:effectLst/>
              </a:rPr>
              <a:t>• Unity Physics Engine: physical simulation and collision</a:t>
            </a:r>
          </a:p>
          <a:p>
            <a:pPr>
              <a:lnSpc>
                <a:spcPct val="90000"/>
              </a:lnSpc>
              <a:spcAft>
                <a:spcPts val="600"/>
              </a:spcAft>
            </a:pPr>
            <a:r>
              <a:rPr lang="en-US" sz="3500" b="1" dirty="0">
                <a:solidFill>
                  <a:schemeClr val="tx2"/>
                </a:solidFill>
                <a:effectLst/>
              </a:rPr>
              <a:t>Resources</a:t>
            </a:r>
            <a:r>
              <a:rPr lang="en-US" sz="3500" dirty="0">
                <a:solidFill>
                  <a:schemeClr val="tx2"/>
                </a:solidFill>
                <a:effectLst/>
              </a:rPr>
              <a:t>:</a:t>
            </a:r>
          </a:p>
          <a:p>
            <a:pPr>
              <a:lnSpc>
                <a:spcPct val="90000"/>
              </a:lnSpc>
              <a:spcAft>
                <a:spcPts val="600"/>
              </a:spcAft>
            </a:pPr>
            <a:r>
              <a:rPr lang="en-US" sz="3500" dirty="0">
                <a:solidFill>
                  <a:schemeClr val="tx2"/>
                </a:solidFill>
                <a:effectLst/>
              </a:rPr>
              <a:t>• Hardware: Oculus Quest 2</a:t>
            </a:r>
          </a:p>
          <a:p>
            <a:pPr>
              <a:lnSpc>
                <a:spcPct val="90000"/>
              </a:lnSpc>
              <a:spcAft>
                <a:spcPts val="600"/>
              </a:spcAft>
            </a:pPr>
            <a:r>
              <a:rPr lang="en-US" sz="3500" dirty="0">
                <a:solidFill>
                  <a:schemeClr val="tx2"/>
                </a:solidFill>
                <a:effectLst/>
              </a:rPr>
              <a:t>• Software: Unity, Meta XR SDK</a:t>
            </a:r>
          </a:p>
          <a:p>
            <a:pPr>
              <a:lnSpc>
                <a:spcPct val="90000"/>
              </a:lnSpc>
              <a:spcAft>
                <a:spcPts val="600"/>
              </a:spcAft>
            </a:pPr>
            <a:r>
              <a:rPr lang="en-US" sz="3500" dirty="0">
                <a:solidFill>
                  <a:schemeClr val="tx2"/>
                </a:solidFill>
                <a:effectLst/>
              </a:rPr>
              <a:t>• Asset: 3D models of virtual drumsticks and drums, drum audios</a:t>
            </a:r>
          </a:p>
          <a:p>
            <a:pPr indent="-228600">
              <a:lnSpc>
                <a:spcPct val="90000"/>
              </a:lnSpc>
              <a:spcAft>
                <a:spcPts val="600"/>
              </a:spcAft>
              <a:buFont typeface="Arial" panose="020B0604020202020204" pitchFamily="34" charset="0"/>
              <a:buChar char="•"/>
            </a:pPr>
            <a:endParaRPr lang="en-US" sz="1300" dirty="0">
              <a:solidFill>
                <a:schemeClr val="tx2"/>
              </a:solidFill>
            </a:endParaRPr>
          </a:p>
        </p:txBody>
      </p:sp>
      <p:pic>
        <p:nvPicPr>
          <p:cNvPr id="1028" name="Picture 4" descr="Introducing Oculus Quest 2">
            <a:extLst>
              <a:ext uri="{FF2B5EF4-FFF2-40B4-BE49-F238E27FC236}">
                <a16:creationId xmlns:a16="http://schemas.microsoft.com/office/drawing/2014/main" id="{177F33B7-DDE0-C7DC-EEA6-576CA8C5C9E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325586" y="257941"/>
            <a:ext cx="3389008" cy="190631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Unity (game engine) - Wikipedia">
            <a:extLst>
              <a:ext uri="{FF2B5EF4-FFF2-40B4-BE49-F238E27FC236}">
                <a16:creationId xmlns:a16="http://schemas.microsoft.com/office/drawing/2014/main" id="{F82CCA4D-2248-C60C-5465-DB0364F63019}"/>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325586" y="4817793"/>
            <a:ext cx="3389008" cy="1245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7361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C7D20F78-2398-F2BF-39E5-2BD30966E42D}"/>
              </a:ext>
            </a:extLst>
          </p:cNvPr>
          <p:cNvSpPr>
            <a:spLocks noGrp="1"/>
          </p:cNvSpPr>
          <p:nvPr>
            <p:ph type="title"/>
          </p:nvPr>
        </p:nvSpPr>
        <p:spPr>
          <a:xfrm>
            <a:off x="806043" y="0"/>
            <a:ext cx="10579608" cy="1188720"/>
          </a:xfrm>
        </p:spPr>
        <p:txBody>
          <a:bodyPr>
            <a:normAutofit/>
          </a:bodyPr>
          <a:lstStyle/>
          <a:p>
            <a:r>
              <a:rPr lang="en-US" altLang="zh-CN" dirty="0">
                <a:solidFill>
                  <a:schemeClr val="tx2"/>
                </a:solidFill>
              </a:rPr>
              <a:t>Evaluation</a:t>
            </a:r>
            <a:endParaRPr lang="zh-CN" altLang="en-US" sz="4000" dirty="0">
              <a:solidFill>
                <a:schemeClr val="tx2"/>
              </a:solidFill>
            </a:endParaRPr>
          </a:p>
        </p:txBody>
      </p:sp>
      <p:grpSp>
        <p:nvGrpSpPr>
          <p:cNvPr id="13" name="Group 12">
            <a:extLst>
              <a:ext uri="{FF2B5EF4-FFF2-40B4-BE49-F238E27FC236}">
                <a16:creationId xmlns:a16="http://schemas.microsoft.com/office/drawing/2014/main" id="{B441F8D5-EBCE-4FB9-91A9-3425971C1F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262397" y="134260"/>
            <a:ext cx="3142400" cy="2716805"/>
            <a:chOff x="-305" y="-4155"/>
            <a:chExt cx="2514948" cy="2174333"/>
          </a:xfrm>
        </p:grpSpPr>
        <p:sp>
          <p:nvSpPr>
            <p:cNvPr id="14" name="Freeform: Shape 13">
              <a:extLst>
                <a:ext uri="{FF2B5EF4-FFF2-40B4-BE49-F238E27FC236}">
                  <a16:creationId xmlns:a16="http://schemas.microsoft.com/office/drawing/2014/main" id="{9A5E80E2-35F9-41F3-A2B8-A2F17D956F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88BDEEE-0C30-49F3-8D05-B062EF890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21E0C27-19E6-45DC-B154-4934802074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A3A55340-18E0-4A23-B406-BD1221643D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08701F99-7E4C-4B92-A4B5-307CDFB7A4D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5047906"/>
            <a:ext cx="2412221" cy="1810094"/>
            <a:chOff x="-305" y="-1"/>
            <a:chExt cx="3832880" cy="2876136"/>
          </a:xfrm>
        </p:grpSpPr>
        <p:sp>
          <p:nvSpPr>
            <p:cNvPr id="20" name="Freeform: Shape 19">
              <a:extLst>
                <a:ext uri="{FF2B5EF4-FFF2-40B4-BE49-F238E27FC236}">
                  <a16:creationId xmlns:a16="http://schemas.microsoft.com/office/drawing/2014/main" id="{441E616B-C319-43C1-9A9C-A2074B2E8A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C86BD2B-CA73-48DF-9CC8-0152EA6B1B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9C1AA9D-3FCF-4B84-94D1-51F0E1517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1D7CE92F-1DE7-4252-A62C-77ACF8C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Content Placeholder 2">
            <a:extLst>
              <a:ext uri="{FF2B5EF4-FFF2-40B4-BE49-F238E27FC236}">
                <a16:creationId xmlns:a16="http://schemas.microsoft.com/office/drawing/2014/main" id="{989C63EC-42FD-43B0-7AEE-D2C922964237}"/>
              </a:ext>
            </a:extLst>
          </p:cNvPr>
          <p:cNvGraphicFramePr>
            <a:graphicFrameLocks noGrp="1"/>
          </p:cNvGraphicFramePr>
          <p:nvPr>
            <p:ph idx="1"/>
            <p:extLst>
              <p:ext uri="{D42A27DB-BD31-4B8C-83A1-F6EECF244321}">
                <p14:modId xmlns:p14="http://schemas.microsoft.com/office/powerpoint/2010/main" val="126391601"/>
              </p:ext>
            </p:extLst>
          </p:nvPr>
        </p:nvGraphicFramePr>
        <p:xfrm>
          <a:off x="1" y="924231"/>
          <a:ext cx="12186806" cy="50881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0978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D4302B-7A05-83E7-CD63-A20B84CBCB65}"/>
              </a:ext>
            </a:extLst>
          </p:cNvPr>
          <p:cNvSpPr>
            <a:spLocks noGrp="1"/>
          </p:cNvSpPr>
          <p:nvPr>
            <p:ph type="title"/>
          </p:nvPr>
        </p:nvSpPr>
        <p:spPr>
          <a:xfrm>
            <a:off x="6094105" y="802955"/>
            <a:ext cx="4977976" cy="1454051"/>
          </a:xfrm>
        </p:spPr>
        <p:txBody>
          <a:bodyPr>
            <a:normAutofit/>
          </a:bodyPr>
          <a:lstStyle/>
          <a:p>
            <a:r>
              <a:rPr lang="en-US" dirty="0">
                <a:solidFill>
                  <a:schemeClr val="tx2"/>
                </a:solidFill>
              </a:rPr>
              <a:t>Latest Progress</a:t>
            </a:r>
            <a:endParaRPr lang="fr-FR" dirty="0">
              <a:solidFill>
                <a:schemeClr val="tx2"/>
              </a:solidFill>
            </a:endParaRPr>
          </a:p>
        </p:txBody>
      </p:sp>
      <p:pic>
        <p:nvPicPr>
          <p:cNvPr id="7" name="Graphic 6" descr="鼓">
            <a:extLst>
              <a:ext uri="{FF2B5EF4-FFF2-40B4-BE49-F238E27FC236}">
                <a16:creationId xmlns:a16="http://schemas.microsoft.com/office/drawing/2014/main" id="{A1099381-0950-E924-FE66-5D3A4E85CAC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422" y="2083834"/>
            <a:ext cx="2690332" cy="2690332"/>
          </a:xfrm>
          <a:prstGeom prst="rect">
            <a:avLst/>
          </a:prstGeom>
        </p:spPr>
      </p:pic>
      <p:sp>
        <p:nvSpPr>
          <p:cNvPr id="3" name="Content Placeholder 2">
            <a:extLst>
              <a:ext uri="{FF2B5EF4-FFF2-40B4-BE49-F238E27FC236}">
                <a16:creationId xmlns:a16="http://schemas.microsoft.com/office/drawing/2014/main" id="{3A891E19-D927-FD8D-D64A-9E0725C2D756}"/>
              </a:ext>
            </a:extLst>
          </p:cNvPr>
          <p:cNvSpPr>
            <a:spLocks noGrp="1"/>
          </p:cNvSpPr>
          <p:nvPr>
            <p:ph idx="1"/>
          </p:nvPr>
        </p:nvSpPr>
        <p:spPr>
          <a:xfrm>
            <a:off x="6090574" y="2421682"/>
            <a:ext cx="4977578" cy="3639289"/>
          </a:xfrm>
        </p:spPr>
        <p:txBody>
          <a:bodyPr anchor="ctr">
            <a:normAutofit/>
          </a:bodyPr>
          <a:lstStyle/>
          <a:p>
            <a:r>
              <a:rPr lang="fr-FR" sz="2400" dirty="0">
                <a:solidFill>
                  <a:schemeClr val="tx2"/>
                </a:solidFill>
              </a:rPr>
              <a:t>U</a:t>
            </a:r>
            <a:r>
              <a:rPr lang="fr-FR" altLang="zh-CN" sz="2400" dirty="0">
                <a:solidFill>
                  <a:schemeClr val="tx2"/>
                </a:solidFill>
              </a:rPr>
              <a:t>sers can grab, scale and position the drumset in the scene</a:t>
            </a:r>
          </a:p>
          <a:p>
            <a:r>
              <a:rPr lang="fr-FR" altLang="zh-CN" sz="2400" dirty="0">
                <a:solidFill>
                  <a:schemeClr val="tx2"/>
                </a:solidFill>
              </a:rPr>
              <a:t>Passthrough mode</a:t>
            </a:r>
          </a:p>
          <a:p>
            <a:r>
              <a:rPr lang="fr-FR" sz="2400" dirty="0">
                <a:solidFill>
                  <a:schemeClr val="tx2"/>
                </a:solidFill>
              </a:rPr>
              <a:t>When drums are hit</a:t>
            </a:r>
          </a:p>
          <a:p>
            <a:pPr lvl="1"/>
            <a:r>
              <a:rPr lang="fr-FR" dirty="0">
                <a:solidFill>
                  <a:schemeClr val="tx2"/>
                </a:solidFill>
              </a:rPr>
              <a:t>Play corresponding sound effects</a:t>
            </a:r>
          </a:p>
          <a:p>
            <a:pPr lvl="1"/>
            <a:r>
              <a:rPr lang="fr-FR" dirty="0">
                <a:solidFill>
                  <a:schemeClr val="tx2"/>
                </a:solidFill>
              </a:rPr>
              <a:t>Trigger </a:t>
            </a:r>
            <a:r>
              <a:rPr lang="en-US" altLang="zh-CN" dirty="0">
                <a:solidFill>
                  <a:schemeClr val="tx2"/>
                </a:solidFill>
              </a:rPr>
              <a:t>h</a:t>
            </a:r>
            <a:r>
              <a:rPr lang="fr-FR" dirty="0">
                <a:solidFill>
                  <a:schemeClr val="tx2"/>
                </a:solidFill>
              </a:rPr>
              <a:t>aptic feedback on controllers</a:t>
            </a:r>
          </a:p>
          <a:p>
            <a:pPr lvl="1"/>
            <a:r>
              <a:rPr lang="fr-FR" dirty="0">
                <a:solidFill>
                  <a:schemeClr val="tx2"/>
                </a:solidFill>
              </a:rPr>
              <a:t>Drums bounce down and up</a:t>
            </a:r>
          </a:p>
        </p:txBody>
      </p:sp>
      <p:grpSp>
        <p:nvGrpSpPr>
          <p:cNvPr id="14" name="Group 1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15" name="Freeform: Shape 1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69288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useBgFill="1">
        <p:nvSpPr>
          <p:cNvPr id="18" name="Rectangle 8">
            <a:extLst>
              <a:ext uri="{FF2B5EF4-FFF2-40B4-BE49-F238E27FC236}">
                <a16:creationId xmlns:a16="http://schemas.microsoft.com/office/drawing/2014/main" id="{345A976A-8DE3-4B67-B94B-2044FDD128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0">
            <a:extLst>
              <a:ext uri="{FF2B5EF4-FFF2-40B4-BE49-F238E27FC236}">
                <a16:creationId xmlns:a16="http://schemas.microsoft.com/office/drawing/2014/main" id="{6EAAA1B9-2DDB-49C9-A037-A523D2F13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id="{A264F8AE-A254-DB62-7185-2F5DFAA71B7C}"/>
              </a:ext>
            </a:extLst>
          </p:cNvPr>
          <p:cNvSpPr>
            <a:spLocks noGrp="1"/>
          </p:cNvSpPr>
          <p:nvPr>
            <p:ph type="title"/>
          </p:nvPr>
        </p:nvSpPr>
        <p:spPr>
          <a:xfrm>
            <a:off x="804672" y="457200"/>
            <a:ext cx="10579608" cy="1188720"/>
          </a:xfrm>
        </p:spPr>
        <p:txBody>
          <a:bodyPr>
            <a:normAutofit/>
          </a:bodyPr>
          <a:lstStyle/>
          <a:p>
            <a:r>
              <a:rPr lang="en-US" sz="4000">
                <a:solidFill>
                  <a:schemeClr val="tx2"/>
                </a:solidFill>
              </a:rPr>
              <a:t>Future Plan</a:t>
            </a:r>
            <a:endParaRPr lang="fr-FR" sz="4000">
              <a:solidFill>
                <a:schemeClr val="tx2"/>
              </a:solidFill>
            </a:endParaRPr>
          </a:p>
        </p:txBody>
      </p:sp>
      <p:grpSp>
        <p:nvGrpSpPr>
          <p:cNvPr id="25" name="Group 12">
            <a:extLst>
              <a:ext uri="{FF2B5EF4-FFF2-40B4-BE49-F238E27FC236}">
                <a16:creationId xmlns:a16="http://schemas.microsoft.com/office/drawing/2014/main" id="{76566969-F813-4CC5-B3E9-363D85B55C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8881264" y="-5116"/>
            <a:ext cx="3318648" cy="2490264"/>
            <a:chOff x="-305" y="-1"/>
            <a:chExt cx="3832880" cy="2876136"/>
          </a:xfrm>
        </p:grpSpPr>
        <p:sp>
          <p:nvSpPr>
            <p:cNvPr id="14" name="Freeform: Shape 13">
              <a:extLst>
                <a:ext uri="{FF2B5EF4-FFF2-40B4-BE49-F238E27FC236}">
                  <a16:creationId xmlns:a16="http://schemas.microsoft.com/office/drawing/2014/main" id="{AF8CF66C-45E2-456B-92B0-9E97A331D1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14">
              <a:extLst>
                <a:ext uri="{FF2B5EF4-FFF2-40B4-BE49-F238E27FC236}">
                  <a16:creationId xmlns:a16="http://schemas.microsoft.com/office/drawing/2014/main" id="{D65D590E-D70D-4D25-B853-D5208F2AA3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231501E-3F84-4705-A001-13995FA68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52617E4-47FD-4C38-8F70-93BF9B125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0217D733-97B6-4C43-AF0C-5E3CB0EA13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07887"/>
            <a:ext cx="2605762" cy="2252847"/>
            <a:chOff x="-305" y="-4155"/>
            <a:chExt cx="2514948" cy="2174333"/>
          </a:xfrm>
        </p:grpSpPr>
        <p:sp>
          <p:nvSpPr>
            <p:cNvPr id="20" name="Freeform: Shape 19">
              <a:extLst>
                <a:ext uri="{FF2B5EF4-FFF2-40B4-BE49-F238E27FC236}">
                  <a16:creationId xmlns:a16="http://schemas.microsoft.com/office/drawing/2014/main" id="{FD288266-7E76-4D4A-BAAC-E233FA013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697F88A-8624-4BA2-AF06-E6C3A52F03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8CA77163-C052-481C-9DCF-68C23ACAB3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02B425B5-0A0E-4B85-B718-E5DA73431A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aphicFrame>
        <p:nvGraphicFramePr>
          <p:cNvPr id="27" name="Content Placeholder 2">
            <a:extLst>
              <a:ext uri="{FF2B5EF4-FFF2-40B4-BE49-F238E27FC236}">
                <a16:creationId xmlns:a16="http://schemas.microsoft.com/office/drawing/2014/main" id="{0FE2A1D4-7D9D-E1A2-FE55-2D87BC622775}"/>
              </a:ext>
            </a:extLst>
          </p:cNvPr>
          <p:cNvGraphicFramePr>
            <a:graphicFrameLocks noGrp="1"/>
          </p:cNvGraphicFramePr>
          <p:nvPr>
            <p:ph idx="1"/>
            <p:extLst>
              <p:ext uri="{D42A27DB-BD31-4B8C-83A1-F6EECF244321}">
                <p14:modId xmlns:p14="http://schemas.microsoft.com/office/powerpoint/2010/main" val="3961881064"/>
              </p:ext>
            </p:extLst>
          </p:nvPr>
        </p:nvGraphicFramePr>
        <p:xfrm>
          <a:off x="363792" y="1366683"/>
          <a:ext cx="11739717" cy="4326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24494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4" name="Freeform: Shape 13">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9" name="Freeform: Shape 18">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 name="文本框 3">
            <a:extLst>
              <a:ext uri="{FF2B5EF4-FFF2-40B4-BE49-F238E27FC236}">
                <a16:creationId xmlns:a16="http://schemas.microsoft.com/office/drawing/2014/main" id="{C395086F-4B97-FC68-AB22-8E5F6C50CC02}"/>
              </a:ext>
            </a:extLst>
          </p:cNvPr>
          <p:cNvSpPr txBox="1"/>
          <p:nvPr/>
        </p:nvSpPr>
        <p:spPr>
          <a:xfrm>
            <a:off x="3215729" y="1764407"/>
            <a:ext cx="5760846" cy="2310312"/>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9600" kern="1200" dirty="0">
                <a:solidFill>
                  <a:schemeClr val="tx2"/>
                </a:solidFill>
                <a:latin typeface="+mj-lt"/>
                <a:ea typeface="+mj-ea"/>
                <a:cs typeface="+mj-cs"/>
              </a:rPr>
              <a:t>T</a:t>
            </a:r>
            <a:r>
              <a:rPr lang="en-US" altLang="zh-CN" sz="9600" kern="1200" dirty="0">
                <a:solidFill>
                  <a:schemeClr val="tx2"/>
                </a:solidFill>
                <a:latin typeface="+mj-lt"/>
                <a:ea typeface="+mj-ea"/>
                <a:cs typeface="+mj-cs"/>
              </a:rPr>
              <a:t>hanks</a:t>
            </a:r>
            <a:endParaRPr lang="en-US" sz="9600" kern="1200" dirty="0">
              <a:solidFill>
                <a:schemeClr val="tx2"/>
              </a:solidFill>
              <a:latin typeface="+mj-lt"/>
              <a:ea typeface="+mj-ea"/>
              <a:cs typeface="+mj-cs"/>
            </a:endParaRPr>
          </a:p>
        </p:txBody>
      </p:sp>
    </p:spTree>
    <p:extLst>
      <p:ext uri="{BB962C8B-B14F-4D97-AF65-F5344CB8AC3E}">
        <p14:creationId xmlns:p14="http://schemas.microsoft.com/office/powerpoint/2010/main" val="1923824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544</Words>
  <Application>Microsoft Office PowerPoint</Application>
  <PresentationFormat>宽屏</PresentationFormat>
  <Paragraphs>48</Paragraphs>
  <Slides>14</Slides>
  <Notes>0</Notes>
  <HiddenSlides>0</HiddenSlides>
  <MMClips>3</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14</vt:i4>
      </vt:variant>
    </vt:vector>
  </HeadingPairs>
  <TitlesOfParts>
    <vt:vector size="18" baseType="lpstr">
      <vt:lpstr>等线</vt:lpstr>
      <vt:lpstr>等线 Light</vt:lpstr>
      <vt:lpstr>Arial</vt:lpstr>
      <vt:lpstr>Office Theme</vt:lpstr>
      <vt:lpstr>Augmented Reality Final Project</vt:lpstr>
      <vt:lpstr>Introduction</vt:lpstr>
      <vt:lpstr>Topic of Interest</vt:lpstr>
      <vt:lpstr>Virtual and Augmented Reality in Music Performance</vt:lpstr>
      <vt:lpstr>Existing Similar Works: Smash Drums</vt:lpstr>
      <vt:lpstr>Existing Similar Works: Drums Rock</vt:lpstr>
      <vt:lpstr>AeroDrums - Optical Tracking</vt:lpstr>
      <vt:lpstr>AeroDrums - Optical Tracking</vt:lpstr>
      <vt:lpstr>PowerPoint 演示文稿</vt:lpstr>
      <vt:lpstr>PowerPoint 演示文稿</vt:lpstr>
      <vt:lpstr>Evaluation</vt:lpstr>
      <vt:lpstr>Latest Progress</vt:lpstr>
      <vt:lpstr>Future Plan</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Feng zi'ao</dc:creator>
  <cp:lastModifiedBy>Bingyuan Wang</cp:lastModifiedBy>
  <cp:revision>28</cp:revision>
  <dcterms:created xsi:type="dcterms:W3CDTF">2025-03-31T12:14:31Z</dcterms:created>
  <dcterms:modified xsi:type="dcterms:W3CDTF">2025-04-02T11:45:32Z</dcterms:modified>
</cp:coreProperties>
</file>